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9" r:id="rId2"/>
  </p:sldMasterIdLst>
  <p:sldIdLst>
    <p:sldId id="284" r:id="rId3"/>
    <p:sldId id="256" r:id="rId4"/>
    <p:sldId id="285" r:id="rId5"/>
    <p:sldId id="287" r:id="rId6"/>
    <p:sldId id="257" r:id="rId7"/>
    <p:sldId id="258" r:id="rId8"/>
    <p:sldId id="259" r:id="rId9"/>
    <p:sldId id="261" r:id="rId10"/>
    <p:sldId id="260" r:id="rId11"/>
    <p:sldId id="262" r:id="rId12"/>
    <p:sldId id="263" r:id="rId13"/>
    <p:sldId id="264" r:id="rId14"/>
    <p:sldId id="265" r:id="rId15"/>
    <p:sldId id="266" r:id="rId16"/>
    <p:sldId id="268" r:id="rId17"/>
    <p:sldId id="269" r:id="rId18"/>
    <p:sldId id="274" r:id="rId19"/>
    <p:sldId id="291" r:id="rId20"/>
    <p:sldId id="275" r:id="rId21"/>
    <p:sldId id="288" r:id="rId22"/>
    <p:sldId id="277" r:id="rId23"/>
    <p:sldId id="276" r:id="rId24"/>
    <p:sldId id="289" r:id="rId25"/>
    <p:sldId id="278" r:id="rId26"/>
    <p:sldId id="279" r:id="rId27"/>
    <p:sldId id="280" r:id="rId28"/>
    <p:sldId id="281" r:id="rId29"/>
    <p:sldId id="282" r:id="rId30"/>
    <p:sldId id="283" r:id="rId31"/>
    <p:sldId id="29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D6"/>
    <a:srgbClr val="0070C0"/>
    <a:srgbClr val="FF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45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46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00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524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7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74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8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51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96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8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440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47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058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502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710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52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762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A6C1F-DFB2-16C2-1A09-40EA171B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E8C14C-F58D-4143-4ED3-2977013E5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9C5019-7ECF-F24D-A175-A4ECF257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ADCA4-B093-86A5-A3AF-3794610E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009952-8551-04C1-7DDB-E32B4D54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1221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59A43-CE4D-7390-1775-98B5FC008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FD5989-4856-8751-A271-5FD07A333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9E3A1-8D44-7F4D-3457-55BE8EC1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417F58-CCDF-52DE-4385-0C37680B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E4E2E-AA47-A52C-C780-B324EDA8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638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0FF34-538E-D4D5-F67A-4F79EF78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1AEF9D-41C0-6E6B-A14C-6AE6B8B2D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ED760-8E97-8585-B936-156C6CFA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9EC6C-4BFE-2622-F92E-14AA07D6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A2A15-3BE8-E371-DDF1-AF46890E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25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45452-9736-F5A4-EF70-8EC2B8F9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3E68A7-F0D7-6B20-61DB-5BC33A53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C88B7-44D7-5013-E78D-1B5F3470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CBC4F-8BA4-543D-3A17-B675830D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B5F7DD-606D-28AA-706D-581BEB2E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540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97724-E114-D63A-8731-3D96847D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84366-F195-E0B7-A573-BD44A2575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3DF22A-4C90-72FE-D285-B5BF0E00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FE3FDC-FF49-ED65-C51E-AEC33BAC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C548F3-DDC9-3C43-F6FE-7EF0C868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0E106-75EF-5DF7-9A52-07C7954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9067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85D2B-5303-1B4E-0444-38C8FFC1E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951DEC-DE60-277A-E4D6-D5F0ABDCE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CF6250-6DE7-DC5F-FF2F-6C6DE57AA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50D8A1-C4B8-1330-F772-DF201BAD8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5F8D07-B5E1-16E6-11FF-DC785982E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A83DB1-2ABB-EC5D-E957-F7F6C8913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827561-B94C-04C8-F52D-D6DE17D2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155B5C-AEF8-8968-C620-89459CD7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874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4431B-FE45-C37A-C806-D29DE870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56D607-029A-74EC-12AB-C97AA677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AC974A-85A6-16BA-C799-20FAC6D1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5D480F-BC61-6947-4F2F-E2AD9DAF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97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3F6BFF-5045-5535-EA7B-754F4904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4EE946-455D-CD3C-CEEC-65FC458E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3F05D-9E5B-D96F-0D51-ACF79498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338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353FE-7742-F3DA-3EA1-E4AD9AB8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B078F-E607-6733-1048-ECE14640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DFDC60-3BB5-2F4D-1A07-CB4A55664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33F1B-3876-54E5-D553-F5E78D3A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DDD43F-BECF-6629-068F-A5927A44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4845F-B0A4-ADE2-5845-DB494378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1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F2FE4-B221-24C2-ACEA-7C4C1973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23E40C-7967-6FEC-38AE-99CB3BA55F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B2897B-5FF9-BE69-A55D-0DC9043EE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A09F49-3FC1-BB4B-33AF-13F2FAFE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6F058D-20EF-5DD1-B9E9-E96D9487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2E0A5-E701-CFED-2085-8B1A1D23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007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A7351-DD6C-F9FB-FFAB-18F8D754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509A73-946B-9B00-4FBC-1FF873647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00571-6B4B-AEEC-EC00-D3CAC428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A87E0C-A775-4799-EB6E-4EB731D7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464751-5EED-AD27-4C3E-8E9AE24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4969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7E257D-00C2-2C0B-7B00-8C51B6442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F3EDDA-3475-F11B-75F3-8A6828736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757C2-9CF3-36D8-4287-FE188BEA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24D5F-D2E1-D988-8BD2-30FB248F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AFE4F-BB70-FD0B-9AAA-F0BB6CA2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56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48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54FACC-077F-D73C-FEA1-A75D63CD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DD74BE-2779-07C6-CD36-D97D80CD0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65DC6A-7E06-1514-7253-38CE86546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39698-659B-42E1-ADC3-E8467A7B46CD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F32351-63B1-4DD1-1C34-0D4EF2ACF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5AD9D0-4B60-0457-D10F-47159D43A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C560B-1061-48CC-8D09-BEBDD9172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7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3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4.xml"/><Relationship Id="rId9" Type="http://schemas.openxmlformats.org/officeDocument/2006/relationships/image" Target="../media/image12.png"/><Relationship Id="rId1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7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8.xml"/><Relationship Id="rId9" Type="http://schemas.openxmlformats.org/officeDocument/2006/relationships/image" Target="../media/image12.png"/><Relationship Id="rId1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11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12.xml"/><Relationship Id="rId9" Type="http://schemas.openxmlformats.org/officeDocument/2006/relationships/image" Target="../media/image12.png"/><Relationship Id="rId1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.svg"/><Relationship Id="rId3" Type="http://schemas.openxmlformats.org/officeDocument/2006/relationships/tags" Target="../tags/tag15.xml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16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tags" Target="../tags/tag19.xml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20.xml"/><Relationship Id="rId9" Type="http://schemas.openxmlformats.org/officeDocument/2006/relationships/image" Target="../media/image12.png"/><Relationship Id="rId1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23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24.xml"/><Relationship Id="rId9" Type="http://schemas.openxmlformats.org/officeDocument/2006/relationships/image" Target="../media/image12.png"/><Relationship Id="rId1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27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28.xml"/><Relationship Id="rId9" Type="http://schemas.openxmlformats.org/officeDocument/2006/relationships/image" Target="../media/image12.png"/><Relationship Id="rId1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.svg"/><Relationship Id="rId3" Type="http://schemas.openxmlformats.org/officeDocument/2006/relationships/tags" Target="../tags/tag31.xml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3.png"/><Relationship Id="rId4" Type="http://schemas.openxmlformats.org/officeDocument/2006/relationships/tags" Target="../tags/tag32.xm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35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tags" Target="../tags/tag36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39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tags" Target="../tags/tag40.xml"/><Relationship Id="rId9" Type="http://schemas.openxmlformats.org/officeDocument/2006/relationships/image" Target="../media/image12.png"/><Relationship Id="rId1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43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tags" Target="../tags/tag44.xml"/><Relationship Id="rId9" Type="http://schemas.openxmlformats.org/officeDocument/2006/relationships/image" Target="../media/image12.png"/><Relationship Id="rId1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tags" Target="../tags/tag47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ags" Target="../tags/tag46.xml"/><Relationship Id="rId16" Type="http://schemas.openxmlformats.org/officeDocument/2006/relationships/image" Target="../media/image4.svg"/><Relationship Id="rId1" Type="http://schemas.openxmlformats.org/officeDocument/2006/relationships/tags" Target="../tags/tag4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21.png"/><Relationship Id="rId10" Type="http://schemas.openxmlformats.org/officeDocument/2006/relationships/image" Target="../media/image13.png"/><Relationship Id="rId4" Type="http://schemas.openxmlformats.org/officeDocument/2006/relationships/tags" Target="../tags/tag48.xml"/><Relationship Id="rId9" Type="http://schemas.openxmlformats.org/officeDocument/2006/relationships/image" Target="../media/image12.png"/><Relationship Id="rId1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sv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4.svg"/><Relationship Id="rId5" Type="http://schemas.openxmlformats.org/officeDocument/2006/relationships/tags" Target="../tags/tag53.xml"/><Relationship Id="rId10" Type="http://schemas.openxmlformats.org/officeDocument/2006/relationships/image" Target="../media/image15.png"/><Relationship Id="rId4" Type="http://schemas.openxmlformats.org/officeDocument/2006/relationships/tags" Target="../tags/tag52.xml"/><Relationship Id="rId9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sv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sv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57A29C-83B1-3396-0D9C-35728AADA506}"/>
              </a:ext>
            </a:extLst>
          </p:cNvPr>
          <p:cNvSpPr txBox="1"/>
          <p:nvPr/>
        </p:nvSpPr>
        <p:spPr>
          <a:xfrm>
            <a:off x="3824287" y="3095625"/>
            <a:ext cx="4543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독끝 전기기능사 필기 </a:t>
            </a:r>
            <a:endParaRPr lang="en-US" altLang="ko-KR" sz="2800" b="1" dirty="0"/>
          </a:p>
          <a:p>
            <a:pPr algn="ctr"/>
            <a:r>
              <a:rPr lang="en-US" altLang="ko-KR" sz="2800" b="1" dirty="0"/>
              <a:t>CBT </a:t>
            </a:r>
            <a:r>
              <a:rPr lang="ko-KR" altLang="en-US" sz="2800" b="1" dirty="0"/>
              <a:t>모의고사 기획안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36EFF145-79C6-0FB6-E22B-16201C75EB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78D62A-0AAF-87C2-FF8D-5E83C34FA210}"/>
              </a:ext>
            </a:extLst>
          </p:cNvPr>
          <p:cNvSpPr txBox="1"/>
          <p:nvPr/>
        </p:nvSpPr>
        <p:spPr>
          <a:xfrm>
            <a:off x="5400674" y="4562475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최윤석 과장</a:t>
            </a:r>
          </a:p>
        </p:txBody>
      </p:sp>
    </p:spTree>
    <p:extLst>
      <p:ext uri="{BB962C8B-B14F-4D97-AF65-F5344CB8AC3E}">
        <p14:creationId xmlns:p14="http://schemas.microsoft.com/office/powerpoint/2010/main" val="68028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94354D1F-F390-9847-2EE5-55DE658CD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3481" r="71203" b="33778"/>
          <a:stretch>
            <a:fillRect/>
          </a:stretch>
        </p:blipFill>
        <p:spPr bwMode="auto">
          <a:xfrm>
            <a:off x="1913635" y="1260813"/>
            <a:ext cx="1371600" cy="1075690"/>
          </a:xfrm>
          <a:custGeom>
            <a:avLst/>
            <a:gdLst>
              <a:gd name="csX0" fmla="*/ 0 w 1371600"/>
              <a:gd name="csY0" fmla="*/ 0 h 1075690"/>
              <a:gd name="csX1" fmla="*/ 1371600 w 1371600"/>
              <a:gd name="csY1" fmla="*/ 0 h 1075690"/>
              <a:gd name="csX2" fmla="*/ 1371600 w 1371600"/>
              <a:gd name="csY2" fmla="*/ 353568 h 1075690"/>
              <a:gd name="csX3" fmla="*/ 1327915 w 1371600"/>
              <a:gd name="csY3" fmla="*/ 342563 h 1075690"/>
              <a:gd name="csX4" fmla="*/ 1147973 w 1371600"/>
              <a:gd name="csY4" fmla="*/ 1056846 h 1075690"/>
              <a:gd name="csX5" fmla="*/ 1222774 w 1371600"/>
              <a:gd name="csY5" fmla="*/ 1075690 h 1075690"/>
              <a:gd name="csX6" fmla="*/ 0 w 1371600"/>
              <a:gd name="csY6" fmla="*/ 1075690 h 1075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075690">
                <a:moveTo>
                  <a:pt x="0" y="0"/>
                </a:moveTo>
                <a:lnTo>
                  <a:pt x="1371600" y="0"/>
                </a:lnTo>
                <a:lnTo>
                  <a:pt x="1371600" y="353568"/>
                </a:lnTo>
                <a:lnTo>
                  <a:pt x="1327915" y="342563"/>
                </a:lnTo>
                <a:lnTo>
                  <a:pt x="1147973" y="1056846"/>
                </a:lnTo>
                <a:lnTo>
                  <a:pt x="1222774" y="1075690"/>
                </a:lnTo>
                <a:lnTo>
                  <a:pt x="0" y="107569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4E903900-04A6-6983-0D6F-9E2630704B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56"/>
          <a:stretch>
            <a:fillRect/>
          </a:stretch>
        </p:blipFill>
        <p:spPr bwMode="auto">
          <a:xfrm>
            <a:off x="1076514" y="2564705"/>
            <a:ext cx="6915150" cy="71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75967C6-8ABF-F683-7BF0-86A3455E4FCA}"/>
              </a:ext>
            </a:extLst>
          </p:cNvPr>
          <p:cNvSpPr txBox="1"/>
          <p:nvPr/>
        </p:nvSpPr>
        <p:spPr>
          <a:xfrm>
            <a:off x="3285235" y="1738192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C4612D"/>
                </a:solidFill>
              </a:rPr>
              <a:t>전기기능사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34D3D0E-7A92-7D7E-B99E-8F799F63C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65990"/>
              </p:ext>
            </p:extLst>
          </p:nvPr>
        </p:nvGraphicFramePr>
        <p:xfrm>
          <a:off x="1354537" y="3578730"/>
          <a:ext cx="6359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776">
                  <a:extLst>
                    <a:ext uri="{9D8B030D-6E8A-4147-A177-3AD203B41FA5}">
                      <a16:colId xmlns:a16="http://schemas.microsoft.com/office/drawing/2014/main" val="293542089"/>
                    </a:ext>
                  </a:extLst>
                </a:gridCol>
                <a:gridCol w="1589776">
                  <a:extLst>
                    <a:ext uri="{9D8B030D-6E8A-4147-A177-3AD203B41FA5}">
                      <a16:colId xmlns:a16="http://schemas.microsoft.com/office/drawing/2014/main" val="4106156436"/>
                    </a:ext>
                  </a:extLst>
                </a:gridCol>
                <a:gridCol w="1589776">
                  <a:extLst>
                    <a:ext uri="{9D8B030D-6E8A-4147-A177-3AD203B41FA5}">
                      <a16:colId xmlns:a16="http://schemas.microsoft.com/office/drawing/2014/main" val="1998011085"/>
                    </a:ext>
                  </a:extLst>
                </a:gridCol>
                <a:gridCol w="1589776">
                  <a:extLst>
                    <a:ext uri="{9D8B030D-6E8A-4147-A177-3AD203B41FA5}">
                      <a16:colId xmlns:a16="http://schemas.microsoft.com/office/drawing/2014/main" val="128508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응시대기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40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548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응시중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3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응시대기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230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응시대기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002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F36E156-DD1C-F779-9E0E-3C90A39DF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834" y="3987513"/>
            <a:ext cx="708570" cy="29344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B5F6728-55B1-296C-513D-AA6144F04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566" y="3620380"/>
            <a:ext cx="657102" cy="29502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A510F22-1D3F-6C5F-3FDF-F7096F6D8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566" y="4353071"/>
            <a:ext cx="657102" cy="29502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8EF2E9C-350B-4788-1E3E-AB4F2E531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566" y="4709434"/>
            <a:ext cx="657102" cy="29502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7142801-A843-BC8D-6B66-69B97AA47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566" y="5065797"/>
            <a:ext cx="657102" cy="295024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DF78B97D-CF38-D06C-94B8-233D86D20FBC}"/>
              </a:ext>
            </a:extLst>
          </p:cNvPr>
          <p:cNvSpPr/>
          <p:nvPr/>
        </p:nvSpPr>
        <p:spPr>
          <a:xfrm>
            <a:off x="876300" y="901700"/>
            <a:ext cx="7670800" cy="5003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B68658-B1D0-6001-12F9-A0CF80393293}"/>
              </a:ext>
            </a:extLst>
          </p:cNvPr>
          <p:cNvSpPr/>
          <p:nvPr/>
        </p:nvSpPr>
        <p:spPr>
          <a:xfrm>
            <a:off x="6324600" y="1798658"/>
            <a:ext cx="990600" cy="647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필기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B45CC-B88A-6374-0048-130997F3856A}"/>
              </a:ext>
            </a:extLst>
          </p:cNvPr>
          <p:cNvSpPr txBox="1"/>
          <p:nvPr/>
        </p:nvSpPr>
        <p:spPr>
          <a:xfrm>
            <a:off x="794447" y="473055"/>
            <a:ext cx="360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대기화면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CD64F-2B71-8CF0-47C0-C9DABF1BCFAD}"/>
              </a:ext>
            </a:extLst>
          </p:cNvPr>
          <p:cNvSpPr txBox="1"/>
          <p:nvPr/>
        </p:nvSpPr>
        <p:spPr>
          <a:xfrm>
            <a:off x="8982075" y="842387"/>
            <a:ext cx="298132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전기기능사 </a:t>
            </a:r>
            <a:r>
              <a:rPr lang="en-US" altLang="ko-KR" sz="1050" dirty="0"/>
              <a:t>1</a:t>
            </a:r>
            <a:r>
              <a:rPr lang="ko-KR" altLang="en-US" sz="1050" dirty="0"/>
              <a:t>회</a:t>
            </a:r>
            <a:r>
              <a:rPr lang="en-US" altLang="ko-KR" sz="1050" dirty="0"/>
              <a:t>~5</a:t>
            </a:r>
            <a:r>
              <a:rPr lang="ko-KR" altLang="en-US" sz="1050" dirty="0" err="1"/>
              <a:t>회차</a:t>
            </a:r>
            <a:r>
              <a:rPr lang="ko-KR" altLang="en-US" sz="1050" dirty="0"/>
              <a:t> 모의고사 리스트 노출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각 </a:t>
            </a:r>
            <a:r>
              <a:rPr lang="ko-KR" altLang="en-US" sz="1050" dirty="0" err="1"/>
              <a:t>회차별</a:t>
            </a:r>
            <a:r>
              <a:rPr lang="ko-KR" altLang="en-US" sz="1050" dirty="0"/>
              <a:t> 상태 표시</a:t>
            </a:r>
            <a:r>
              <a:rPr lang="en-US" altLang="ko-KR" sz="1050" dirty="0"/>
              <a:t>(</a:t>
            </a:r>
            <a:r>
              <a:rPr lang="ko-KR" altLang="en-US" sz="1050" dirty="0"/>
              <a:t>응시대기</a:t>
            </a:r>
            <a:r>
              <a:rPr lang="en-US" altLang="ko-KR" sz="1050" dirty="0"/>
              <a:t>, </a:t>
            </a:r>
            <a:r>
              <a:rPr lang="ko-KR" altLang="en-US" sz="1050" dirty="0"/>
              <a:t>완료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응시중</a:t>
            </a:r>
            <a:r>
              <a:rPr lang="en-US" altLang="ko-KR" sz="1050" dirty="0"/>
              <a:t>).</a:t>
            </a:r>
          </a:p>
          <a:p>
            <a:endParaRPr lang="en-US" altLang="ko-KR" sz="1050" dirty="0"/>
          </a:p>
          <a:p>
            <a:r>
              <a:rPr lang="ko-KR" altLang="en-US" sz="1050" dirty="0"/>
              <a:t>문항 수</a:t>
            </a:r>
            <a:r>
              <a:rPr lang="en-US" altLang="ko-KR" sz="1050" dirty="0"/>
              <a:t>(60</a:t>
            </a:r>
            <a:r>
              <a:rPr lang="ko-KR" altLang="en-US" sz="1050" dirty="0"/>
              <a:t>문항</a:t>
            </a:r>
            <a:r>
              <a:rPr lang="en-US" altLang="ko-KR" sz="1050" dirty="0"/>
              <a:t>) </a:t>
            </a:r>
            <a:r>
              <a:rPr lang="ko-KR" altLang="en-US" sz="1050" dirty="0"/>
              <a:t>및 제한 시간</a:t>
            </a:r>
            <a:r>
              <a:rPr lang="en-US" altLang="ko-KR" sz="1050" dirty="0"/>
              <a:t>(60</a:t>
            </a:r>
            <a:r>
              <a:rPr lang="ko-KR" altLang="en-US" sz="1050" dirty="0"/>
              <a:t>분</a:t>
            </a:r>
            <a:r>
              <a:rPr lang="en-US" altLang="ko-KR" sz="1050" dirty="0"/>
              <a:t>) </a:t>
            </a:r>
            <a:r>
              <a:rPr lang="ko-KR" altLang="en-US" sz="1050" dirty="0"/>
              <a:t>정보 제공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endParaRPr lang="en-US" altLang="ko-KR" sz="1050" dirty="0"/>
          </a:p>
          <a:p>
            <a:r>
              <a:rPr lang="en-US" altLang="ko-KR" sz="1050" dirty="0"/>
              <a:t>4</a:t>
            </a:r>
            <a:r>
              <a:rPr lang="ko-KR" altLang="en-US" sz="1050" dirty="0" err="1"/>
              <a:t>지선다</a:t>
            </a:r>
            <a:r>
              <a:rPr lang="ko-KR" altLang="en-US" sz="1050" dirty="0"/>
              <a:t> 객관식 형태</a:t>
            </a:r>
            <a:endParaRPr lang="en-US" altLang="ko-KR" sz="1050" dirty="0"/>
          </a:p>
          <a:p>
            <a:endParaRPr lang="en-US" altLang="ko-KR" sz="1050" dirty="0"/>
          </a:p>
          <a:p>
            <a:endParaRPr lang="ko-KR" altLang="en-US" sz="1050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775AB382-8357-6B90-BCD8-EDBF52959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8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8207D81-55E1-8486-2F99-F944985BE6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3481" r="71203" b="33778"/>
          <a:stretch>
            <a:fillRect/>
          </a:stretch>
        </p:blipFill>
        <p:spPr bwMode="auto">
          <a:xfrm>
            <a:off x="2066035" y="1413213"/>
            <a:ext cx="1371600" cy="1075690"/>
          </a:xfrm>
          <a:custGeom>
            <a:avLst/>
            <a:gdLst>
              <a:gd name="csX0" fmla="*/ 0 w 1371600"/>
              <a:gd name="csY0" fmla="*/ 0 h 1075690"/>
              <a:gd name="csX1" fmla="*/ 1371600 w 1371600"/>
              <a:gd name="csY1" fmla="*/ 0 h 1075690"/>
              <a:gd name="csX2" fmla="*/ 1371600 w 1371600"/>
              <a:gd name="csY2" fmla="*/ 353568 h 1075690"/>
              <a:gd name="csX3" fmla="*/ 1327915 w 1371600"/>
              <a:gd name="csY3" fmla="*/ 342563 h 1075690"/>
              <a:gd name="csX4" fmla="*/ 1147973 w 1371600"/>
              <a:gd name="csY4" fmla="*/ 1056846 h 1075690"/>
              <a:gd name="csX5" fmla="*/ 1222774 w 1371600"/>
              <a:gd name="csY5" fmla="*/ 1075690 h 1075690"/>
              <a:gd name="csX6" fmla="*/ 0 w 1371600"/>
              <a:gd name="csY6" fmla="*/ 1075690 h 1075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075690">
                <a:moveTo>
                  <a:pt x="0" y="0"/>
                </a:moveTo>
                <a:lnTo>
                  <a:pt x="1371600" y="0"/>
                </a:lnTo>
                <a:lnTo>
                  <a:pt x="1371600" y="353568"/>
                </a:lnTo>
                <a:lnTo>
                  <a:pt x="1327915" y="342563"/>
                </a:lnTo>
                <a:lnTo>
                  <a:pt x="1147973" y="1056846"/>
                </a:lnTo>
                <a:lnTo>
                  <a:pt x="1222774" y="1075690"/>
                </a:lnTo>
                <a:lnTo>
                  <a:pt x="0" y="107569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FF779E0-77C3-4BFA-38F0-08BCCDB1B9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56"/>
          <a:stretch>
            <a:fillRect/>
          </a:stretch>
        </p:blipFill>
        <p:spPr bwMode="auto">
          <a:xfrm>
            <a:off x="1228914" y="2717105"/>
            <a:ext cx="6915150" cy="71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6C6836-4AAC-DCCE-A0AA-A388A3E85CD8}"/>
              </a:ext>
            </a:extLst>
          </p:cNvPr>
          <p:cNvSpPr txBox="1"/>
          <p:nvPr/>
        </p:nvSpPr>
        <p:spPr>
          <a:xfrm>
            <a:off x="3437635" y="1890592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C4612D"/>
                </a:solidFill>
              </a:rPr>
              <a:t>전기기능사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1DC61C-7A89-1860-1A86-7CADD5B07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01650"/>
              </p:ext>
            </p:extLst>
          </p:nvPr>
        </p:nvGraphicFramePr>
        <p:xfrm>
          <a:off x="1506937" y="3731130"/>
          <a:ext cx="63591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776">
                  <a:extLst>
                    <a:ext uri="{9D8B030D-6E8A-4147-A177-3AD203B41FA5}">
                      <a16:colId xmlns:a16="http://schemas.microsoft.com/office/drawing/2014/main" val="293542089"/>
                    </a:ext>
                  </a:extLst>
                </a:gridCol>
                <a:gridCol w="1589776">
                  <a:extLst>
                    <a:ext uri="{9D8B030D-6E8A-4147-A177-3AD203B41FA5}">
                      <a16:colId xmlns:a16="http://schemas.microsoft.com/office/drawing/2014/main" val="4106156436"/>
                    </a:ext>
                  </a:extLst>
                </a:gridCol>
                <a:gridCol w="1589776">
                  <a:extLst>
                    <a:ext uri="{9D8B030D-6E8A-4147-A177-3AD203B41FA5}">
                      <a16:colId xmlns:a16="http://schemas.microsoft.com/office/drawing/2014/main" val="1998011085"/>
                    </a:ext>
                  </a:extLst>
                </a:gridCol>
                <a:gridCol w="1589776">
                  <a:extLst>
                    <a:ext uri="{9D8B030D-6E8A-4147-A177-3AD203B41FA5}">
                      <a16:colId xmlns:a16="http://schemas.microsoft.com/office/drawing/2014/main" val="128508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응시대기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40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548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응시중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3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응시대기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230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CBT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모의고사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회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문항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/60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분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응시대기</a:t>
                      </a: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5570" marR="755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0026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ECE9AE6D-27FE-0F63-E7F8-3A450212E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234" y="4139913"/>
            <a:ext cx="708570" cy="2934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D7DA348-A83B-5045-3EEE-1C0928EDC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66" y="3772780"/>
            <a:ext cx="657102" cy="2950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4F06B8-B537-FCAD-9F86-7ED09CA76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66" y="4505471"/>
            <a:ext cx="657102" cy="29502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4147B67-0F19-866A-CCD3-A9AF1F08A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66" y="4861834"/>
            <a:ext cx="657102" cy="2950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1D49DC-B57E-5AAF-AB67-1EDAC74A0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66" y="5218197"/>
            <a:ext cx="657102" cy="29502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40E20E-AD2A-5785-FCB5-1C7662767115}"/>
              </a:ext>
            </a:extLst>
          </p:cNvPr>
          <p:cNvSpPr/>
          <p:nvPr/>
        </p:nvSpPr>
        <p:spPr>
          <a:xfrm>
            <a:off x="1028700" y="1054100"/>
            <a:ext cx="7670800" cy="5003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011A1F-8713-EAFE-E09B-3945FD209D1D}"/>
              </a:ext>
            </a:extLst>
          </p:cNvPr>
          <p:cNvSpPr/>
          <p:nvPr/>
        </p:nvSpPr>
        <p:spPr>
          <a:xfrm>
            <a:off x="6477000" y="1951058"/>
            <a:ext cx="990600" cy="647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필기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28E57-950F-92EB-F500-D873E3653085}"/>
              </a:ext>
            </a:extLst>
          </p:cNvPr>
          <p:cNvSpPr txBox="1"/>
          <p:nvPr/>
        </p:nvSpPr>
        <p:spPr>
          <a:xfrm>
            <a:off x="946847" y="625455"/>
            <a:ext cx="360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안내문구 팝업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144E19-711E-1B2D-89AC-A10C992A4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070" y="0"/>
            <a:ext cx="4031859" cy="685800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88641F8F-AA46-73A0-469B-60B98D254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1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611D-3F61-05E2-A2DA-5B68A075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E4DB4-EED1-1D75-A83D-F1E048DB4C6E}"/>
              </a:ext>
            </a:extLst>
          </p:cNvPr>
          <p:cNvSpPr txBox="1"/>
          <p:nvPr/>
        </p:nvSpPr>
        <p:spPr>
          <a:xfrm>
            <a:off x="3824286" y="3095625"/>
            <a:ext cx="454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CBT </a:t>
            </a:r>
            <a:r>
              <a:rPr lang="ko-KR" altLang="en-US" sz="2800" b="1" dirty="0"/>
              <a:t>모의고사 구성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41036E61-FF61-EC1E-7D25-457103432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8C3CB26-F789-DD46-D539-BDA41ECA29F9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3E0CA6-2241-FF36-8370-E58C97052FCB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12730-D6ED-2891-C0ED-5C2E58D5791A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ECD2142-986D-41E3-5CDD-600DE6379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23302C-B8BE-F055-23FC-6A43001839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4A6A15-79A8-76EF-04D0-51E742F4181D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92E5D7A-00E8-0A74-9017-BD7AEC2B19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F501DB5-84D2-943A-7949-E9D67EAE39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EC62828-9892-AC17-F8BB-F45F8FAD8D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4CD1A9-D31A-7FCB-269D-815E707DBAEF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29A5C1-545D-EA82-2B1A-2A4077D2D621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131A8A-95A5-C868-FC3B-868E61363BF2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9FE437C-64D3-1990-63C0-E7E0EEA67BE5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0F1A6A7-1E95-3001-3181-F0865C0FF2B1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879E15F-708B-4DBC-CAED-852BA6695A7D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642237C-DC43-B089-04EB-C945505B3000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C164921-6E84-F118-01E8-F23941373844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CC55E2-62EE-0186-5141-2473C4E732E6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2D600F-851D-23AC-4DA7-B69D1A1DD57F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FB5A95-FB04-94CA-FEC7-D3BDFB6036A8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1F727846-6886-6E3B-F195-88B22F4061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4040E654-86D5-77A0-A82E-0ECFD56BD1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34BD986F-8587-730A-2653-31A5D060AFF4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70FF9A-32FD-58FB-8332-573552037EC5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7E8626-1B4C-0AC0-2E65-256C66CD3BC8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A5C9495-1FD9-6DF3-B327-7BFC4C765D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A09A811-D4C5-C9DD-C6ED-587A6B7E05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706259-7599-5C59-9F9A-E1CBA17126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934B35B-AFD2-180B-F426-A9D2B618D4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1BF3B07B-65BD-177E-DB47-1E5BD49F84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188D21DF-64F0-5028-6608-DF630A3102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47734F2-5874-AB15-2930-4F638A207098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6301E-03B7-9688-4EC5-ACB83AF623E1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CF5D7A-B3DB-E3AD-81A3-93FC6F9578E5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05AE4E-6342-8763-1AA8-7ADC1476BB59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10929E-9840-88A2-A8D1-3C71AA53B944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6B8EF8-152B-6B1E-DFF7-ECA46D32D68A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FF153B58-8568-ACF1-A6FD-C9EFB827D0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E5FE7D2-767A-FDA3-6AAC-EB53F10866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47C21C0-F984-23F2-324A-8FB6DBF6E1CC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E2CAE7-A452-E0DF-4454-0039A558E497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83968705-3B1F-9C49-E66A-948FBB882C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74CB7DE7-452E-6A54-0E31-AD4221E80B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2F03152-E1DA-0FD2-D068-42FA9C9C4C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072BB77C-AB12-F3BC-DBD3-32341FF2DA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B98F93AD-1D8A-1684-233C-B2B1D0D414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9DCDAD-EACF-ED5C-4D0D-3F72FA7197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C706FAE5-3FAC-4422-B434-893E4933482D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3F5C32-AC96-8EDC-F51D-1265DDB45855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A180B3-E2AC-2644-8A7B-3A4EEFA59199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E5F687-2ABC-26E7-EDBD-54928773564F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DEAA7E-90AA-D04B-F732-2DA4299E64A0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0E13F7-503B-2A52-184A-07B28C5BD62F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A15CEA23-1D0E-E12D-64F0-0DB06A675C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782ED47E-343A-E4A1-8BAC-BD3A62CED9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BFF80396-AB36-D3C9-FCF1-CA54BC51633C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89C6A5A-295E-8742-A072-ED19AA1180FF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647D5B-2A04-BC45-00FD-FE9B560C5FE9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72CD7E-6742-1E9F-E432-B59C62DC05D8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A11D29-B52F-7840-AF4B-9EDF112F5264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A3F9BC-9A36-6E0F-CD8A-B3868A7A3E83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6122EC-D394-1B76-F4C3-16BB41DBA33F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B7E0977-75CF-02B4-6347-9B20E779C5BB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551C81-1E5A-3E77-8B2C-F81A8F7FAF1F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E66CC7-EDC0-977D-DD27-0E978DF76151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714E32-AD88-A422-030B-B76E893E7350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8BDCAD-13F7-7CD3-335E-6045BA615C32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7427DE-692B-AD08-E39C-A7836C1601A8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CA3E598-9A78-64C3-B49B-29EB4B961E48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EE3109-23F2-957E-02E9-40CC9FE740F9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6F23D1-65D4-B5AF-ECFE-D5B5A0031D25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96104B6-2915-7399-B880-1DDAF30EF6B2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917635C-1C97-DCE1-3339-0F5A626ED16A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A7154F-BF5C-3D85-BF18-7916B624F912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B79D8DA-F08A-B76E-FF91-C6334974AE1E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D2253F4-1976-1411-AA15-4D1020F7A05C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230AFDDD-C80B-FA73-C6D5-207EE77017E0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0EDDC2BD-060C-047B-66FA-33C86DAE373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641716F7-E158-2F43-9663-BE6818F83184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1542CAF-B275-50A1-6408-2A351A0E7DB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DB982DE-B220-92D8-8B14-5A1EAA114425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038F3293-08E2-4851-7983-C727E1272071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F064EC8-5CCB-54AA-C5D5-F3960793416B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9C02B8B-8A17-E4DC-99D2-AC67992A291F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3FCCE73-906F-B7B9-2098-A65C098C03C9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B4161EF-E4B9-84ED-8366-12DA8A416C04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898544F-5D28-502F-E45F-FF5F83B1DDFC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9C78E54-1040-A522-6CDA-465BD0F3C2A2}"/>
              </a:ext>
            </a:extLst>
          </p:cNvPr>
          <p:cNvSpPr txBox="1"/>
          <p:nvPr/>
        </p:nvSpPr>
        <p:spPr>
          <a:xfrm>
            <a:off x="257174" y="364207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36F6DE-5982-77E7-0A32-F266A3E56454}"/>
              </a:ext>
            </a:extLst>
          </p:cNvPr>
          <p:cNvSpPr txBox="1"/>
          <p:nvPr/>
        </p:nvSpPr>
        <p:spPr>
          <a:xfrm>
            <a:off x="579033" y="364207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667D3EE-AED5-384D-913C-DA38DCDDDA48}"/>
              </a:ext>
            </a:extLst>
          </p:cNvPr>
          <p:cNvSpPr txBox="1"/>
          <p:nvPr/>
        </p:nvSpPr>
        <p:spPr>
          <a:xfrm>
            <a:off x="638820" y="546090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21B522E9-0A6D-803D-8E7D-F45A4A9AC4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447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7952116-D6E6-EDAA-0558-FB51B04721AA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AA8E5222-CF00-30B5-493B-4F92E1889AAE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E5F8FACF-D8B4-3969-D2F9-7D657A1AEE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9D632ED-EC7C-E22F-3FC9-8D46B4CEB2B5}"/>
              </a:ext>
            </a:extLst>
          </p:cNvPr>
          <p:cNvSpPr txBox="1"/>
          <p:nvPr/>
        </p:nvSpPr>
        <p:spPr>
          <a:xfrm>
            <a:off x="108031" y="83820"/>
            <a:ext cx="3861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기본형태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3C2EF768-B632-21C3-8516-06C34FD98B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D3211B-9E80-5014-ACA5-67D3C3B5D627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E2A42B4-D9DE-79F2-9F3E-AC7F74331675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685308F-E551-382A-88C3-06AD1D78C6C3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69AFE-A5F3-E5A5-952F-71361AD14A5C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31409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63AA-BA0F-ACB5-4DD2-73B98BF7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2BCF5E-2F58-2FFE-2CD9-1ECE979FB668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F8FF88-7643-AC54-6B0E-817F1580E8AF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19BB0-4085-891C-BA8D-32E7A1D996EE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7EF4E9-1459-97AD-29CE-8D71D9662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AAC1B65-0B5F-7C78-D2DB-3E8C8DEC4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54DED1-1A5F-6C11-F868-C476BEE56BBB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5206622-49E6-D550-0D79-93BEABDE21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B1A2490-EBD1-22A6-444D-21A9F73D78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749D1CC-43BD-039A-9737-88D7B6A048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4D60B3-089C-E5D2-7B24-BAC3E1219EC5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086E4A-F336-A14E-B2C9-0AC125F2C013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06A09C-1707-ED33-4CC9-FE1BB94E2543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4461320-2F2D-28F8-BF2D-42F5B9AD4C9B}"/>
              </a:ext>
            </a:extLst>
          </p:cNvPr>
          <p:cNvSpPr/>
          <p:nvPr/>
        </p:nvSpPr>
        <p:spPr>
          <a:xfrm>
            <a:off x="257174" y="620077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2DB6F29-C58E-0952-2486-E8BAC2A86C86}"/>
              </a:ext>
            </a:extLst>
          </p:cNvPr>
          <p:cNvSpPr/>
          <p:nvPr/>
        </p:nvSpPr>
        <p:spPr>
          <a:xfrm>
            <a:off x="1463592" y="620077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2E4103B-89E3-9AF8-52A4-394B3CBB508B}"/>
              </a:ext>
            </a:extLst>
          </p:cNvPr>
          <p:cNvSpPr/>
          <p:nvPr/>
        </p:nvSpPr>
        <p:spPr>
          <a:xfrm>
            <a:off x="2670010" y="620077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F617E5B-A2C1-4D0D-B865-6F2BD4B89D95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BF0225-A503-34DF-0CAC-B3F460153759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066FE25-DB36-9806-F4FA-58B8961B3B6D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E6330D-A2D8-0376-C56C-788750D9585C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2DD546-B399-9446-CB19-4BC54B7E33D4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B50AE-3E79-7EEA-3E8B-9730EA0B351B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724FE3-9858-896D-20EB-C202B2ACB8FA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6C8A628-43A1-7407-6071-B299D88887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A944D29-A839-10C7-B228-2506F0BC9B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1619A86D-7609-8D4E-5EFB-214149CDC9FA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857BC1-CE5F-436F-EDA9-A100A504904A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CA68F2-6DA0-91C3-4DFC-D7F88EDC0DD7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D29064B-35FD-D67E-1B90-1256C773A5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A22D55DE-B77D-7A06-1FDB-E7651F6785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5C70152-AA13-A3A4-6224-875C332B23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96E2EC2-21BA-3FDD-7B10-15C19CDA61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E4869D4B-2DE8-0E84-B70C-1449A6C666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02B3D7F5-7AED-09FB-C5B0-380DDC74F7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BB565ED-BF8C-22C1-8727-7E4D47F7BD0A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3BACA8-D9BF-07DB-BB1F-6C6D1C6B520B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D99069-8988-6AD5-9E30-605947F80074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C092D1-3E87-0E24-EE68-3D210F8A27B1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3D6B5F-77D8-BACA-0E0C-6781603919E5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DFDE5C-5DAD-F246-3972-87FCC8AB69BE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5832A3B1-A4CE-18C1-6E06-DA284A5710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CED6C8D8-94A4-038E-D5AB-44036D8AE3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CD2E1FE1-3DB9-E762-379A-30917688FA27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A042B0-8FB2-F1BA-1042-1E176064FD6B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CC26B748-AACB-6022-6539-187B5F699D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F795948A-E027-07AF-8976-19B523462B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0D994C1A-1B21-E9A8-9C1C-8F6AC0DA7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4B47525-BC1A-F279-A654-E909831208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D52BBBD-0A22-985C-A3F2-ADAD93AB53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75D9D6FD-30BC-AFE3-4F54-797F76F917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9F1719CE-4A35-63BE-DE48-9138F3596F1C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3443587-A7D9-D2EC-7753-86856264E345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896402-24A8-7E21-0CB9-28B3E474B06C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BF764F-5156-CBAB-F059-340A7DC38481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92A871-D1D7-3F5C-BADE-5F697AFE6684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57C5365-04F3-9F5B-0385-C8C65BFC16E1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87F58EB-3CD3-7C71-DB6A-C7690029AD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5AAF9D34-24F3-B92C-48D3-A9ADFCD848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EA89FB1C-4C6A-235B-9B74-8993598A6110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0E480E-7D48-B96B-4C13-FF76BA046FE9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3F9A78-6F98-5172-6C6A-DA28AB88176D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7D7362-F84B-A13B-3357-51A6E9F180F2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F42AD2-7F0A-C8EA-DCB8-5F8603E0DEFA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12BF53-5482-018A-6C3E-6B3305C4399C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674017-C12F-AAF3-1F90-8CEEA5EF6EFD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1C0DCA-D917-2161-A9F4-212F1E90B3AE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621394-4198-B340-F665-9BD0C7FA610E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0071D0-8AD1-12BB-542D-CF620E976DE3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7860751-248F-4407-BBB4-7629AFF55126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1689A91-CF9B-235C-4D3F-F4DB653B1C79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1753A83-3822-4179-39AD-44B05C9AAEE5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FF56269-7EBB-B47B-005F-C924A5089E96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BF88EAC-CF6E-1A9E-E2CA-C1F1DBFBC619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172BF9B-9144-1351-5C4A-0D78A2D18414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70FEFC-CEA3-D9E4-1B10-78C7848DA0A5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AAE6237-C912-0F69-569F-2CF7BF8D4CB3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EE94777-B269-6486-7D30-3872DCD6D078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D955EDC-1B21-39A4-9931-53B4BAD22B62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9D000C0B-FC64-4A1B-BFF8-81021E2AFD2A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F644964-938E-7400-8EED-FB570BBEDCBC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9F47BA76-4416-B268-6CF3-5C55C856C83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2B5A2D8F-5E66-3677-92D3-E8F3E8D94005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1280D5C-A354-89F8-6D5D-98DEFDE8ED7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FFB282E-E347-1EF0-D609-B1744488BC45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1BDA8E3D-05F1-5350-6697-51D3DB797412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5EDA984-A688-B645-FEF1-5137A7413C78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339A2F1-5516-E00F-5B68-E32652039D4A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34B1E76-94D1-D1F9-656B-82F8227034D9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313443B-580D-7F31-CE7A-C262EE947810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CDCA3F3-70D7-0C0B-859F-E7428AF89F64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B7F8DDA-9277-4883-BA87-82BEE0B03394}"/>
              </a:ext>
            </a:extLst>
          </p:cNvPr>
          <p:cNvSpPr txBox="1"/>
          <p:nvPr/>
        </p:nvSpPr>
        <p:spPr>
          <a:xfrm>
            <a:off x="257174" y="364102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405BB2A-7411-F7A3-C914-AF450F175E77}"/>
              </a:ext>
            </a:extLst>
          </p:cNvPr>
          <p:cNvSpPr txBox="1"/>
          <p:nvPr/>
        </p:nvSpPr>
        <p:spPr>
          <a:xfrm>
            <a:off x="579033" y="364102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6CC239-ACF5-7D83-99D1-A98C5C762CC5}"/>
              </a:ext>
            </a:extLst>
          </p:cNvPr>
          <p:cNvSpPr txBox="1"/>
          <p:nvPr/>
        </p:nvSpPr>
        <p:spPr>
          <a:xfrm>
            <a:off x="638820" y="545985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9232C64A-4AD0-30FD-D9F7-E0C72E2865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342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82F36824-BD18-F6CF-374D-4F5661A4C1FC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F6CF257-D71A-A20A-8B29-CD84F601EF33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259CFEAB-0BE6-2C4F-3E31-004D4BD1F4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B65128BF-391F-FE95-8DBA-676513D020EA}"/>
              </a:ext>
            </a:extLst>
          </p:cNvPr>
          <p:cNvSpPr/>
          <p:nvPr/>
        </p:nvSpPr>
        <p:spPr>
          <a:xfrm>
            <a:off x="672093" y="2790831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D878B41-C322-20D4-7B3E-0EB82DD0E87E}"/>
              </a:ext>
            </a:extLst>
          </p:cNvPr>
          <p:cNvSpPr/>
          <p:nvPr/>
        </p:nvSpPr>
        <p:spPr>
          <a:xfrm>
            <a:off x="609599" y="2523577"/>
            <a:ext cx="228600" cy="877982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F4F4438-0765-9AAF-C3F7-15CBC8C1850D}"/>
              </a:ext>
            </a:extLst>
          </p:cNvPr>
          <p:cNvSpPr/>
          <p:nvPr/>
        </p:nvSpPr>
        <p:spPr>
          <a:xfrm>
            <a:off x="9914174" y="1639471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33E9219-9ED2-65BD-46B8-381BD9CDCC9B}"/>
              </a:ext>
            </a:extLst>
          </p:cNvPr>
          <p:cNvSpPr/>
          <p:nvPr/>
        </p:nvSpPr>
        <p:spPr>
          <a:xfrm>
            <a:off x="9486895" y="1540470"/>
            <a:ext cx="1181090" cy="27973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31C715F-2D92-4D38-A80B-1749826F78D3}"/>
              </a:ext>
            </a:extLst>
          </p:cNvPr>
          <p:cNvCxnSpPr>
            <a:stCxn id="8" idx="3"/>
          </p:cNvCxnSpPr>
          <p:nvPr/>
        </p:nvCxnSpPr>
        <p:spPr>
          <a:xfrm flipH="1">
            <a:off x="7162800" y="1779240"/>
            <a:ext cx="2497062" cy="2899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014AA7-A9EA-3CA6-BECE-7EF46A31A10C}"/>
              </a:ext>
            </a:extLst>
          </p:cNvPr>
          <p:cNvCxnSpPr>
            <a:stCxn id="3" idx="5"/>
          </p:cNvCxnSpPr>
          <p:nvPr/>
        </p:nvCxnSpPr>
        <p:spPr>
          <a:xfrm>
            <a:off x="804721" y="3272982"/>
            <a:ext cx="5779825" cy="1349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799072-5A5D-217A-5D0A-D2E13D268B16}"/>
              </a:ext>
            </a:extLst>
          </p:cNvPr>
          <p:cNvSpPr txBox="1"/>
          <p:nvPr/>
        </p:nvSpPr>
        <p:spPr>
          <a:xfrm>
            <a:off x="5518742" y="4718983"/>
            <a:ext cx="3000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어느쪽을</a:t>
            </a:r>
            <a:r>
              <a:rPr lang="ko-KR" altLang="en-US" dirty="0"/>
              <a:t> 눌러도 양쪽 모두 검은색 원으로 연동됨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AF4B32-65F0-7C76-B940-C718E4BFD934}"/>
              </a:ext>
            </a:extLst>
          </p:cNvPr>
          <p:cNvSpPr txBox="1"/>
          <p:nvPr/>
        </p:nvSpPr>
        <p:spPr>
          <a:xfrm>
            <a:off x="108031" y="83820"/>
            <a:ext cx="3861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답안체크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AD6AB7FF-ED26-1A92-ACA3-E689A86F6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9C1D463-BF92-FF1E-415C-2A961810D3E9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A5AF8E-D53F-E4CB-1380-5147A071CF21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301726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0664-054B-E1B7-571B-F832B5CD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22BAA7-1474-6E9C-8F2E-7B7EB790771B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B480DF-9949-542A-DCE7-6E2938C7261D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7AB82-D36F-0EE4-C5EC-E497C884E1F2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10340F-D033-28B9-7386-97522065C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020BC96-5790-E5DD-0665-EE10247CED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D04F23-6BD3-B2F0-0E36-E0AF236C2195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8F4DED2-8826-B465-11ED-DA1D228077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F58C0C0-C1B1-1A20-FF6C-F988473CAB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710658D-F02F-10B9-B40B-BDA2A20B2E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7F0F9D-185F-F0A3-E10C-6E8E6BE08EA8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E608BD-37B5-6BB2-D4D5-2460F176380F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7B491D-2C03-8005-9BD2-5892733EB75A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54FB301-DD89-4CE4-CF92-CC9420E38010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25C74BE-CEDE-2977-0772-E889F0DD55A9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3E9CDBD-563A-E540-AB19-D7D4FAC125A6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2608C3B-A714-D573-DCAF-12AA83C026F9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9F50262-D236-AE39-CC27-F54DBD69906D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D3F54F-9A6D-5EED-0292-3A49B365DDE8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606FAB-4033-3E40-673B-6FAA5C2B855F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3FED7E5-5C4F-F075-272A-B6C1D16A4E33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BE66A02-B8DD-0DEE-2F22-F80547BDAA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C353B6FB-7B8D-351C-0563-367A92A92F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B8E0690-22C4-15ED-698A-505FAD351BE2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C4E2CC-773C-4183-E1FA-8E780C0C430B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F51338-1705-6CBD-CFE6-C339627DFE95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0B0D583-2A5A-70C9-20AE-8E70CAAD28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724761B1-BC09-8D78-C991-B64F45191F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CB4163A1-FD5A-BEC5-ED29-F5456C64A4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33F18ACF-264C-F1E5-9E96-F77C451132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F0AAEAF-8B4B-CE92-EF5D-B44AD4EFEB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9BCA66D2-5005-C635-45A7-EE8AE0416E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8A8EC6F-AB4F-F884-BB6D-D06E32EB4972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9083B5-B260-6BE2-33AA-1BB9A951E79B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809C07-59F6-88A4-0D07-82BDAEC54E8C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9F74D3-BBD0-DA26-B793-F35548CF619E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6C2521-601F-6C67-03A8-05932B092461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36B4AB-C46C-C5A0-07A2-5D433284F8A5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0610D091-32C0-D5A4-585D-D551F93656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FEE0439-C0E1-88B6-1F3B-472A3E63B0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ACDBE94-3205-915C-E9C4-59F0956319BA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3B6FA4-FC28-915C-77DC-7E896086C113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6B1664F6-C724-8BAE-E485-7C5A99BE7E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0F2FD267-50B8-9B02-BDC6-99DF8D3279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BA77DE3F-919E-9CF0-8C5E-2633A5FF47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D5B82493-711F-9925-51AA-3F370AE65F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4E09E438-6927-D096-8DE7-1927742EC6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A27D3FD-1A56-8EBA-0538-CFFE4A6036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9242278-E15D-4DAC-2CE5-A9C88E050F5B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6A8EB0-A3FB-4722-D3DF-F7DEE219FE83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8729DC-D2C4-4A7F-BFDE-49CB017C99D3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C2143F-BE5E-6876-7227-17B6AF3AFD68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16F0A2-8FB9-4ABB-9C82-CD2539FEE199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834073-A017-C026-5317-5A87F9B44C94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623295FD-5D19-2328-4A03-D7C2E24887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4ACFD26F-600B-9502-376F-D00BA1D2CA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5F576642-7D94-67A8-7D53-D3FABE2ECF21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14622E-A6FC-22E4-01B6-5447D82A84AD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EC73B4B-A798-79A6-7734-061F02672BB7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60A219D-959D-4F6F-1D6F-0524F2604A8B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9A537C-A0A0-5D97-147B-426215770508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5B691D1-F4D7-C113-5800-65A279E74703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FB62EAE-625D-93CB-F1A4-83C83B99DE2C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12C436-46D4-2200-08C2-F2EE6B4AE510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1F1E10-2F46-3E56-27CC-16159A767132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17F9390-528E-A643-326F-409192FDD97B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ADA437-6870-5F81-F394-5B81A219EA0B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FD382B7-D388-515B-2200-9792EDEC78A3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3CF7388-DD94-403D-5F62-1CFB4D91579D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6C393BE-5DC5-2EAA-26BF-87547947C595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1E29B4C-D283-6079-BA98-D596ABCE83E5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D7B7AF-065D-7492-CE9D-BE2FBC529E23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EBAE5F6-7499-6675-93A4-FA68803BBA5E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BCDB75F-63B3-CB49-EEB1-F70D40EBAC1B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F38DFF-92DC-A381-F4B8-927DFDE44B3A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25D546A-E8B6-30B6-D721-FF32EA10DBEC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76680758-8114-03EB-A716-A5451775CBD6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8CEBC2AB-E777-E710-09AC-055F635C7B4F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410740B9-9163-A327-C9DE-CD5859BF5E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91D07BE4-118C-1ED6-9D5D-A4E72C362067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67F0820-B748-4967-15D1-B2AD2AC0DA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12B8815-F75A-1AE7-5339-4674FAC7AB5A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8447D04C-6319-FAA1-249B-647453C345E3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DFA1CA78-B8BF-E473-5AEA-639452779077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32C986E-EA59-7E20-384F-1A1D6E3CAB79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63F871-EC16-3229-40DD-00DF32893F5E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B752D322-4290-7F5F-029E-55FE838F1909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ED9748B-3D69-BEBA-DEDB-2C65F26A0245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8E02135-4E9F-98EA-1CCF-35719CD69A9B}"/>
              </a:ext>
            </a:extLst>
          </p:cNvPr>
          <p:cNvSpPr txBox="1"/>
          <p:nvPr/>
        </p:nvSpPr>
        <p:spPr>
          <a:xfrm>
            <a:off x="257174" y="364207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435C6E4-18EC-D9ED-83C3-1A9F8C70234A}"/>
              </a:ext>
            </a:extLst>
          </p:cNvPr>
          <p:cNvSpPr txBox="1"/>
          <p:nvPr/>
        </p:nvSpPr>
        <p:spPr>
          <a:xfrm>
            <a:off x="579033" y="364207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C724438-5FFA-3AF1-435C-1CBA2950C445}"/>
              </a:ext>
            </a:extLst>
          </p:cNvPr>
          <p:cNvSpPr txBox="1"/>
          <p:nvPr/>
        </p:nvSpPr>
        <p:spPr>
          <a:xfrm>
            <a:off x="638820" y="546090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5D8B2A39-6855-1F6F-5754-EA42DB4179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447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241C242-06B4-6C34-AA22-08F131EF6F0A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E9ACA344-9094-AB03-D235-01971CB32B9E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D5FB998F-37C7-7740-AD4D-DA57641C77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5192BE6F-4BB0-7FE6-4561-137C4F4FA36A}"/>
              </a:ext>
            </a:extLst>
          </p:cNvPr>
          <p:cNvSpPr txBox="1"/>
          <p:nvPr/>
        </p:nvSpPr>
        <p:spPr>
          <a:xfrm>
            <a:off x="108031" y="83820"/>
            <a:ext cx="8359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배율</a:t>
            </a:r>
            <a:r>
              <a:rPr lang="en-US" altLang="ko-KR" sz="2000" b="1" dirty="0"/>
              <a:t>(100%) </a:t>
            </a:r>
            <a:r>
              <a:rPr lang="ko-KR" altLang="en-US" sz="2000" dirty="0"/>
              <a:t>상단 툴바에서 글자 크기 확대</a:t>
            </a:r>
            <a:r>
              <a:rPr lang="en-US" altLang="ko-KR" sz="2000" dirty="0"/>
              <a:t>/</a:t>
            </a:r>
            <a:r>
              <a:rPr lang="ko-KR" altLang="en-US" sz="2000" dirty="0"/>
              <a:t>축소 기능 제공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5D1D94-3290-B83E-0374-EB1B72C941E7}"/>
              </a:ext>
            </a:extLst>
          </p:cNvPr>
          <p:cNvSpPr/>
          <p:nvPr/>
        </p:nvSpPr>
        <p:spPr>
          <a:xfrm>
            <a:off x="5033208" y="1028998"/>
            <a:ext cx="459218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E9957-4906-DBF6-C935-D670FDAC010D}"/>
              </a:ext>
            </a:extLst>
          </p:cNvPr>
          <p:cNvSpPr txBox="1"/>
          <p:nvPr/>
        </p:nvSpPr>
        <p:spPr>
          <a:xfrm>
            <a:off x="4835821" y="1580519"/>
            <a:ext cx="910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100%</a:t>
            </a:r>
          </a:p>
          <a:p>
            <a:r>
              <a:rPr lang="ko-KR" altLang="en-US" dirty="0"/>
              <a:t>기본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841FA99-1D17-F77B-D639-AE81B7636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EF774C-1738-9334-B82D-0F72FDE4EF19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23BDD8-9CA2-6D2F-5E92-06825B4ABBF6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31304CD-CE01-C6F5-D42E-5085BE284CB2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36E2A6-9F9D-1D3B-6D3C-06B60DB95738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466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3910-C531-60FF-93A8-7507AD19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C6E3FEA-4EAF-0618-F321-AE5635623355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158702-41F5-5A70-F3EB-57EA9E9D6A37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401EC-648E-66BC-EBE1-B726F5823768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BF81CD-4BF0-03AC-4051-E1FF47C73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5E72C51-A637-8554-1D8C-4162CADB3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07CB5A-E801-2C92-60D6-BCC22588365C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159077-7309-87B6-A3FC-EE6C9CA9F2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0A15A35-46EE-C7B8-D400-E2AA27610F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C20F7A-D6AF-32B5-A866-27D97D2594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101848-E48A-16AC-6F70-69A86A6B0FB6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AFB71E-39E2-D09B-FAC2-5A0F6D3B42F3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35ADB9-1993-9C1B-458B-165BD3A10E7A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231EF07-1452-E28D-8B00-199757D9F909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FFF4DF8-F3C9-7600-9639-68B4D7609848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DCD9AD7-2D17-4CFA-3BD8-BEDA80D05B29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7E71AA3-9CF3-E7BC-2CD5-8C7AE5D2F49A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263F0AE-1C93-6571-CCFC-AAA069A86DC2}"/>
              </a:ext>
            </a:extLst>
          </p:cNvPr>
          <p:cNvSpPr txBox="1"/>
          <p:nvPr/>
        </p:nvSpPr>
        <p:spPr>
          <a:xfrm>
            <a:off x="257174" y="1714500"/>
            <a:ext cx="61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CE40E2-5054-0766-76AD-3612039FA950}"/>
              </a:ext>
            </a:extLst>
          </p:cNvPr>
          <p:cNvSpPr txBox="1"/>
          <p:nvPr/>
        </p:nvSpPr>
        <p:spPr>
          <a:xfrm>
            <a:off x="579033" y="1714499"/>
            <a:ext cx="3520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9F5D61-0516-23D7-7602-827165BD4276}"/>
              </a:ext>
            </a:extLst>
          </p:cNvPr>
          <p:cNvSpPr txBox="1"/>
          <p:nvPr/>
        </p:nvSpPr>
        <p:spPr>
          <a:xfrm>
            <a:off x="571499" y="2672088"/>
            <a:ext cx="13214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① 상호 결합</a:t>
            </a:r>
          </a:p>
          <a:p>
            <a:r>
              <a:rPr lang="ko-KR" altLang="en-US" sz="1200" dirty="0"/>
              <a:t>② 자체유도</a:t>
            </a:r>
          </a:p>
          <a:p>
            <a:r>
              <a:rPr lang="ko-KR" altLang="en-US" sz="1200" dirty="0"/>
              <a:t>③ 상호 유도</a:t>
            </a:r>
          </a:p>
          <a:p>
            <a:r>
              <a:rPr lang="ko-KR" altLang="en-US" sz="120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BD9C2A-088D-329E-A052-90E263B78025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6930E56-6508-A254-6653-B98238E149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9A437E5-13F6-918F-4148-DA6963883E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BF51EA20-68AB-3FED-5138-BD3CB43094E9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8A38FB-4B4D-DAB6-DA2E-D03D24EF627A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FF2DE5-176F-6753-0534-2718F4AFF7A4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CD2E599-7A49-1868-31C4-891DA8344A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9FAB9E59-DE09-715D-1678-B4DAA2AD03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6B5378-848E-A7D9-FE74-9BCFA49582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0CB72BB6-1308-1701-69FC-2ED2CFCFA3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EEA52A8-3DE2-B17E-45F2-D810C07F0E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7F93B4D-D3ED-2BC3-316A-9694ABDC3C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DA16F25-A4B1-879C-5D19-44807F48287D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AA92AD-CD85-5E35-7848-08288ABB041A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CDACBB-9BCD-ADB3-722A-1E26D8C9F2B3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F28AAA-3584-6569-D93A-4D84F20DE1B8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24D5B8-E153-6E10-EF56-F3D3C8D2A84C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BC1D76-1C9E-79F2-4E7E-6FBD68555CFE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4171019C-9AE4-8658-5C18-0D016049FE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0BCC9CA-D4EB-15C6-1BD6-0B6E2249F3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5A15BBE-E0D0-A957-90FD-B2DAD2775FAA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7884D8-CF20-6FFE-6424-665A0E939398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4B1E485B-366B-A1FA-64ED-07F93B197E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3B34E352-8459-2B1A-826F-F8A204FEF3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F6BF1E6-EFFC-B0C9-A2C7-A23416D6A3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D0C1BEED-5B32-6D7A-B614-C83BB0F926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C20BF0D4-02D3-EC9D-F5CE-7A0A6E17E7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729D13E7-5D3E-C436-7571-4FC24EF947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D12B66CE-0644-AD42-F2BC-F78D5A0F41F2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B78F0F-639C-647B-495A-C440836AF953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12D3F8-F070-9549-06CD-EDA4C20C2E7A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8E29D4-CC58-1C96-15D7-48BBAA641E3F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15B19D-0C59-964F-19B1-834BA37B5405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CC83C6-207F-C9B9-DF85-9F206F25BC0A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4396B1-4EEE-B1D7-2407-9F5C0E585953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D0EF9D-A880-EC95-BA7F-C8256BC7F079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A418242-C021-0C5B-C960-4ED19A863948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1A7034-1CF0-7112-02B4-39BED7AECAE4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231B41-1C61-B74D-AAD6-259B123FEFF3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73C3EF4-A161-FC82-273D-60F9C87E3E36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855AB0-9CB3-5DCD-4C6B-8CADBA7C9020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668C7B-F571-6C28-E92C-78FE22121098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9DB90E-89DC-5542-C5FE-EA4D028DAD06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DCB6D5B-2847-381E-E5BC-10DCD8901BF0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316BF0B-904E-07D8-865A-57BA1467E29B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909FC4-C768-77F4-3A5D-2C82178EAF85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E4B98E2-F9FA-D714-006F-6860E869991F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BE8773A-FAE0-7050-15A5-7CAA2D988B31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B7D287F-B138-4A66-5C1E-E21823798045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21E7FAC-8D3E-29AA-F36D-4E253BB17FB8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A8872FF-412F-C5C6-FAE4-39178550DD52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04EBD8C-437A-3DA2-FD3F-0B0F044A1EAC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59BEFBB-CF50-60FF-A3CB-013D84FC58D5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F0FAE7B-F1F0-ED8A-77BF-1E22A64E28FE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3FDE946-755F-E968-5D80-01D64B512F76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9DD915E-D3BA-7342-5A0C-38DF739B3956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7DE9F391-D84E-8225-6047-124E98D10D3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EEA2F06D-2B26-754F-BAB1-5039438ECF09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F33278A-73E2-31A9-ACA9-5FAC746477B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9655986-DAF5-7807-2520-5760A0571352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A7D2BD1B-7730-408D-79B3-4FFE73D5D679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82F0535-316F-295D-0913-C12F94C1C1A4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EB9A60-E013-8DE2-A17E-D77975F72065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0CA5CF-E198-524F-F95D-02D145B4E697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9181852-B94B-D787-6A8D-A53F4ECD75DD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9AE27A9-1900-C17B-2ED6-2F1493042EF6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2C25C8D-7693-CFD7-F417-A5D4462B094F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BA69A041-5D33-7DE5-F40B-F04462DA9097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6B3F59A3-37E6-1AF7-9A37-72973CE38C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431D7493-843D-BD9C-7DC8-854857EAE395}"/>
              </a:ext>
            </a:extLst>
          </p:cNvPr>
          <p:cNvSpPr txBox="1"/>
          <p:nvPr/>
        </p:nvSpPr>
        <p:spPr>
          <a:xfrm>
            <a:off x="108031" y="83820"/>
            <a:ext cx="9826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배율</a:t>
            </a:r>
            <a:r>
              <a:rPr lang="en-US" altLang="ko-KR" sz="2000" b="1" dirty="0"/>
              <a:t>(150%) </a:t>
            </a:r>
            <a:r>
              <a:rPr lang="ko-KR" altLang="en-US" sz="2000" dirty="0"/>
              <a:t>상단 툴바에서 글자 크기 확대</a:t>
            </a:r>
            <a:r>
              <a:rPr lang="en-US" altLang="ko-KR" sz="2000" dirty="0"/>
              <a:t>/</a:t>
            </a:r>
            <a:r>
              <a:rPr lang="ko-KR" altLang="en-US" sz="2000" dirty="0"/>
              <a:t>축소 기능 제공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33CD2B-264E-9C49-331A-5CF80E5DC6A9}"/>
              </a:ext>
            </a:extLst>
          </p:cNvPr>
          <p:cNvSpPr/>
          <p:nvPr/>
        </p:nvSpPr>
        <p:spPr>
          <a:xfrm>
            <a:off x="5457568" y="1028998"/>
            <a:ext cx="459218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66E1B-B138-5500-CE27-1443C056DFF6}"/>
              </a:ext>
            </a:extLst>
          </p:cNvPr>
          <p:cNvSpPr txBox="1"/>
          <p:nvPr/>
        </p:nvSpPr>
        <p:spPr>
          <a:xfrm>
            <a:off x="5518742" y="1616074"/>
            <a:ext cx="2680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150% </a:t>
            </a:r>
          </a:p>
          <a:p>
            <a:r>
              <a:rPr lang="ko-KR" altLang="en-US" dirty="0"/>
              <a:t>너무 클 경우 </a:t>
            </a:r>
            <a:r>
              <a:rPr lang="en-US" altLang="ko-KR" dirty="0"/>
              <a:t>130% </a:t>
            </a:r>
            <a:r>
              <a:rPr lang="ko-KR" altLang="en-US" dirty="0"/>
              <a:t>내외 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49A46F9-14E6-CF58-4EE2-8D5C99DE2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5DD4FA-FFCA-B91E-A2C2-98C0064DADEC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1B5126E-CC49-94AA-EFF0-C17304DADD25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E35E33-2B45-D7F8-F573-DC39AE1E81E3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1308A-7D8F-2C62-B941-DF60E59EF83B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249525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9A7B-90D5-F7C3-2ACD-245F36E0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47C5EFC-62A2-8D9F-C8F5-3A25D4491600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8DBBF1-5187-0843-A79D-91A51EB59354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ECB2E-9200-5739-9700-82323EBE9A79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DB0112-0D2C-085C-853C-AF19661DAC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8E33DE-3C4D-B6FC-3EC2-E375ACFE5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509AA5-F062-9524-42B6-6D40CEDCA6FC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D53DE35-B7D2-120C-D0E8-24DAA320F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AD8AEA9-9B16-4C68-0286-6714C7DD3E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877E376-9E3B-61AA-64B9-8AE9FDD91C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C3D7A6-C9DC-3648-C529-7054515B1D70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D28FBC-4E31-04AF-6CA9-7812AB231F50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D7F849-4219-C4CD-96F2-E765ED73E617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BF885C-5858-9A72-9C3C-2453B363F722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3D2F476-4A46-C4B6-D40A-5DE59F5AD737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31294DF-C418-9431-1BB8-3CC86291E13F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C16CDDD-88B4-0B54-739E-B8E55C6997E9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25D484-96F3-34A0-1256-2F04DF47F81F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A6BD3E8-CC25-395F-2538-E49BAB080F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D8BD888-4812-8F9B-39A8-835F00A8CD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023E38B3-216B-18C8-E2EF-3060E6F24F2E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ADF4AC-E09A-0D9C-3A7F-89ACE467A51A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8D9D72-9B69-1650-B49B-DC04D4FA34F4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BAF6E907-6B61-823D-47EF-D2C2B352C0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F91F946-E315-615D-AA8C-EBC711B6DB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F84685B-CE0F-7C6C-4049-AB2CE2F72C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C48F308-1D40-6097-DA5C-DBB1560F4B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02681196-FAB2-B98F-6EDF-43F1DDA9ED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687AA46-CE87-DA4F-D12D-AC5A7A4983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1998079-7EAC-4811-3AB7-92CCD205DB46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EDC9FC-12CC-62B8-CEDE-A0AFB6151760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2C2719-E5BF-CBD1-2236-846977DA9064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9CB224-D65C-AD1E-8059-CD845730EBC3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67840D-DBD8-C436-36E5-C4D2C7481056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1FCAEA-7C38-966C-214B-32A23DF6061D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3759CFAF-BB5C-6B81-C29C-60DDDAAF4F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30E7A490-AFBD-013D-BCB7-EA6F2EA4F3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C0ACA4DA-6FDE-FA0D-EC99-E0DF3CBEEB51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71A0A9-3CB8-55B2-1995-9EA88E0B4186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B7CB0AE4-30A3-8715-BB9B-4A44CA9276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DEA46EBE-AE71-BA04-10F3-5A2B62E4D0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AB320740-E4F4-4939-B8E3-775D51F53A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4C98446A-1196-B043-CFCA-25EDE60178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5CD3878D-9343-0586-B71B-C6CC09AC83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05E7B1D4-A4BE-915F-BA9C-EF49F804E1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96FE20EA-2A7C-C032-6B86-BDA28F3AFBED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2A1AA8-C8E9-BE5B-9D9E-28076CC31BD9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2251EA-9E48-61DA-F93E-3EE7F3931ACE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46215D5-04DD-C012-227A-C88BA3848B67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AB4037-BA35-91D5-561F-F3B94920E42F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0E7A7F-F360-E3A9-89CE-438AF4A09BD8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70D94C05-A643-34C4-AA82-6B89942A71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6A6EC94E-5F57-03C6-6690-E2F6D2BDC8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70AD13B-8394-9F7D-9E96-102AD2A4DDAD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08A6D2-F704-BA4C-F42C-B09E540E6008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760A73-E064-DA07-2419-CCC743598197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12DA850-141C-80CB-73A8-002C03B66A66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FC0C37E-3C59-9383-5AA2-47BE93EEE02C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A5B03E-AEDA-09E6-269E-DEBBC897AE4F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BDC1676-3FD2-C9DE-E657-CBE961F04724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DD5521-195F-BEEC-1949-609B6724C801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05E645-031E-7DE6-39A4-0BF2597A4128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1F74DC8-1222-4A9C-4511-139DBDFC21EF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838D54-FA1D-E9A2-21B1-26281B08C6F9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ACBC67-750E-1A37-B1D2-F98F2ECC19F4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4DE9EA-7F19-9A09-B9B4-6FA653EF73FD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1267F9A-531B-FE56-122A-7904E7ABAA25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0AAF68D-0196-81ED-7B21-CD421AA0DCD0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1D9F970-9C69-E387-E97C-3EC040C56577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850CF90-4457-1316-AA6A-540F98C2F4A6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97E429F-6DAE-E573-87DA-5F63A7CF45F8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24EC05-8C52-8620-0043-BF8C266A580E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01B5225-0577-1209-F8F3-D59C0082DE5A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666E03D-9C56-C731-47E7-F9B47D1BF0D3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0F16C36B-1CC1-05B5-764E-BD49F8653999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D54FADC6-9FBA-C39E-391A-F97AD7C71DD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34B76BEB-CF27-D5BE-E209-FA6063B8F6FF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D58F403-286C-5B60-6F4A-875B309D192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FB29DB1-1F33-8A77-DC24-312AA86D25D9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848FF6DC-BB37-76B2-90EC-0957420C00EF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F1C8BE6-B303-52CE-FECC-6BDAAEB7C401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B7AFD14-76A8-990A-7CF2-7521F3698805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D819F11-1F25-BEC1-49CC-F440DDB3D68C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BD180E31-413B-ED04-851A-ADE0149E01DC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325FE58-E6EE-B8F5-E517-A7B871163C7D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D67114BB-77EF-508B-9E6C-01251661DBAB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07F13D4A-8D02-61EA-1325-97CE5736B5FE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223BD2E0-C110-6900-C46D-0715B6B986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2D3E5DE5-3B01-7AA6-DA59-4B76AB953929}"/>
              </a:ext>
            </a:extLst>
          </p:cNvPr>
          <p:cNvSpPr txBox="1"/>
          <p:nvPr/>
        </p:nvSpPr>
        <p:spPr>
          <a:xfrm>
            <a:off x="108031" y="83820"/>
            <a:ext cx="829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배율</a:t>
            </a:r>
            <a:r>
              <a:rPr lang="en-US" altLang="ko-KR" sz="2000" b="1" dirty="0"/>
              <a:t>(150%) 2p  </a:t>
            </a:r>
            <a:r>
              <a:rPr lang="ko-KR" altLang="en-US" sz="2000" dirty="0"/>
              <a:t>상단 툴바에서 글자 크기 확대</a:t>
            </a:r>
            <a:r>
              <a:rPr lang="en-US" altLang="ko-KR" sz="2000" dirty="0"/>
              <a:t>/</a:t>
            </a:r>
            <a:r>
              <a:rPr lang="ko-KR" altLang="en-US" sz="2000" dirty="0"/>
              <a:t>축소 기능 제공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E3DF4-3FE6-A113-8B4B-3DA73920EA39}"/>
              </a:ext>
            </a:extLst>
          </p:cNvPr>
          <p:cNvSpPr txBox="1"/>
          <p:nvPr/>
        </p:nvSpPr>
        <p:spPr>
          <a:xfrm>
            <a:off x="257174" y="1722212"/>
            <a:ext cx="604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3AC51-E56B-B844-0882-2C39E9E0724B}"/>
              </a:ext>
            </a:extLst>
          </p:cNvPr>
          <p:cNvSpPr txBox="1"/>
          <p:nvPr/>
        </p:nvSpPr>
        <p:spPr>
          <a:xfrm>
            <a:off x="579033" y="1722212"/>
            <a:ext cx="3482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회로에서 검류계의 지시기가 </a:t>
            </a:r>
            <a:r>
              <a:rPr lang="en-US" altLang="ko-KR" sz="1400" dirty="0"/>
              <a:t>0</a:t>
            </a:r>
            <a:r>
              <a:rPr lang="ko-KR" altLang="en-US" sz="1400" dirty="0" err="1"/>
              <a:t>일때</a:t>
            </a:r>
            <a:r>
              <a:rPr lang="ko-KR" altLang="en-US" sz="1400" dirty="0"/>
              <a:t> 저항 </a:t>
            </a:r>
            <a:r>
              <a:rPr lang="en-US" altLang="ko-KR" sz="1400" dirty="0"/>
              <a:t>X</a:t>
            </a:r>
            <a:r>
              <a:rPr lang="ko-KR" altLang="en-US" sz="1400" dirty="0"/>
              <a:t>은 몇 </a:t>
            </a:r>
            <a:r>
              <a:rPr lang="en-US" altLang="ko-KR" sz="1400" dirty="0"/>
              <a:t>[Ω]</a:t>
            </a:r>
            <a:r>
              <a:rPr lang="ko-KR" altLang="en-US" sz="1400" dirty="0"/>
              <a:t>인가</a:t>
            </a:r>
            <a:r>
              <a:rPr lang="en-US" altLang="ko-KR" sz="1400" dirty="0"/>
              <a:t>?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0D643-BF33-55CA-F43F-5DF8F37A7097}"/>
              </a:ext>
            </a:extLst>
          </p:cNvPr>
          <p:cNvSpPr txBox="1"/>
          <p:nvPr/>
        </p:nvSpPr>
        <p:spPr>
          <a:xfrm>
            <a:off x="640510" y="4086341"/>
            <a:ext cx="3548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① </a:t>
            </a:r>
            <a:r>
              <a:rPr lang="en-US" altLang="ko-KR" sz="1200" dirty="0"/>
              <a:t>10[Ω]	</a:t>
            </a:r>
            <a:r>
              <a:rPr lang="ko-KR" altLang="en-US" sz="1200" dirty="0"/>
              <a:t>② </a:t>
            </a:r>
            <a:r>
              <a:rPr lang="en-US" altLang="ko-KR" sz="1200" dirty="0"/>
              <a:t>40[Ω] </a:t>
            </a:r>
          </a:p>
          <a:p>
            <a:r>
              <a:rPr lang="ko-KR" altLang="en-US" sz="1200" dirty="0"/>
              <a:t>③ </a:t>
            </a:r>
            <a:r>
              <a:rPr lang="en-US" altLang="ko-KR" sz="1200" dirty="0"/>
              <a:t>100[Ω] 	</a:t>
            </a:r>
            <a:r>
              <a:rPr lang="ko-KR" altLang="en-US" sz="1200" dirty="0"/>
              <a:t>④ </a:t>
            </a:r>
            <a:r>
              <a:rPr lang="en-US" altLang="ko-KR" sz="1200" dirty="0"/>
              <a:t>400[Ω]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8AD1E97-207C-55D4-93AB-078549416D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351" y="2348396"/>
            <a:ext cx="2572860" cy="178198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C306C94-13D6-EAE7-EE4D-A789F8063093}"/>
              </a:ext>
            </a:extLst>
          </p:cNvPr>
          <p:cNvSpPr/>
          <p:nvPr/>
        </p:nvSpPr>
        <p:spPr>
          <a:xfrm>
            <a:off x="5457568" y="1028998"/>
            <a:ext cx="459218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5E9BAC73-22B9-3D72-21BB-5BF4586B5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041AC76-E556-6156-143B-8A9BE521727A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1A21A22-48A8-B399-428E-1E6EF8C71EF7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EB3D1C4-C072-2E5E-C9A9-B344146720FF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E791FA-6467-A860-49FF-2206B1B6254F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265959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9B8C-5B32-B939-976F-957C17BB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E275F91-6A3F-3A9F-53FB-C38FD31F2EDC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8AD0D2-9F29-28A9-9F19-7B30BF591955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28182-2BDF-C92F-DBE2-B6EAD6185330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11F690-68BF-BCA6-8FBE-63C4F132F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CF4439-7D2C-8989-75D6-DDEB03D5A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3CD365-DE8A-74CA-D915-90DCF03DF209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9BC3B84-DD0A-C324-CFD9-39030B4E91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443CCE-3BD1-F913-41AB-F826E0F5BD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F625DB8-CB7C-1A72-C955-26CF2C406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D034E3-61C3-2538-E45B-6994680C0FA4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BAD137-BC97-A51A-8072-93F3E00EC72B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3BD480-0AA8-1699-3E7B-55696476D02B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A7DDC1C-4CA4-7A70-CC10-998DE40DE9C9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8E22CB5-A1BF-AEED-C91C-B8CC3DA159AF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CB9D99E-B2DF-4BAA-8515-162D5CB346B1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274C739-716F-BF02-9019-F2FBFAC8C972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2A7BA2F-A57F-358D-A0D1-B42ADAD39C6A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FCDE39-285E-CD94-C311-88063DDEF397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87C96C-0963-77FF-862D-E241232AC516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548FC6-0540-E148-2E56-8D136022E08B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4CA94730-F4E9-4F97-EA35-BC25956393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332F1D3-0068-C733-E68C-BD29F2EA70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622BD164-126B-14FE-3ADB-3C1B98A12DB5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A7BB14-D573-BD47-03F1-68B311FDCAD9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E8138B-90A5-1907-1D09-3717AC2E368F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43D1FCB-94FE-8167-CB15-3A6AAAD940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29F8ED6B-EA11-13EF-8172-AD648427B3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5469116A-15D2-2C9F-9850-A6DED9BE40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23443D5A-A552-6DEC-319E-8DED3D8A3E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3A7F1F0-A967-F14F-B564-1CAE2BA365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B35C2A99-1570-FBCD-B77D-B21AE6EFA9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FF6EA06-5DE3-90A0-BBC6-3C3220D8613B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C648F6-11C6-A390-4634-200A2876BB5A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6F9613-3B8D-ED94-9881-712AF99A329E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99FCE7-3C6C-25AE-721E-3BCC67E711A7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E3AFCA-3A47-1610-EB1E-0D042DCE5645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653B11-59C1-F934-8B14-75551AA3E334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F6165188-EC54-C054-0C25-E4367B473A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82A480FB-29CA-B4D6-0E2C-6D9309D600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76D89AC-8BC8-1EAB-54FA-8D08614E36F1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F28046-9CD8-BCFA-28CE-86A6750FF20B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F3014316-6655-B8D4-2916-3D32ADEAB7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E6479E4E-3BAC-6501-DBCB-FE8161565D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A80DD0F7-1B08-C250-1664-251EB5476B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9923AFE1-0B01-3D2B-808C-C65900E070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B469C9E4-0504-997E-CECD-DD60222B5E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8D32B953-B879-8230-82DB-C80D9937E1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54893A6F-0FB6-5CAC-DE1A-0E6AE8E19B5E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B9A2B4-3729-7059-4B0A-4BBB4736006B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A580B1-EB4F-A9DB-5F05-AC6904DDB3B9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50F7CD-5529-9521-5C46-D1CF3ECC86C9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380B96-CF90-42F2-8C68-640F00682446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44A386-F6C1-56EE-5B42-0DAACCF1E792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A6D51E42-EBCE-8B76-2940-A2FD99A053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41B8F5C3-1B80-1BA1-FBEC-41C701BE00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7C237A8-4C33-81BD-676F-825BAA2EF837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098501-5FAA-E847-76CE-5DC102EFA7E1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4D0FC4-C019-E206-FEA7-91283680E04D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53C309-5E1C-AD45-0B67-8B0F0ECD6CA2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43B4AD-D8DA-6754-A477-77E1C69E8C8F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69D2D56-8C1C-1668-1B72-CCAA3262C4A1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88334F-9B38-1D86-8231-49971E95299D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9FF8CEB-1068-6BB3-1C5C-12E9691D07E3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361090B-6D79-0E64-1B5C-65FA644B29ED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D08613-25F2-9AD5-76CF-016950B4E15D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22E172C-972F-24AE-5FA6-114B394B3869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A10EC53-37B6-67C9-61DF-4ECCE68785F5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7763C72-49A6-D904-AE9D-EBD042EA7928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37F69F1-5BE6-2C35-56E2-DB70C2618FE5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E9BE73F-4A6A-0731-CFA2-8063B57890EA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B1F29C4-CBB7-3825-77D3-471CDA9DE48E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36FB64A-EB1B-8C27-2708-3C9FE47CD45D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6F4A867-6C06-B45C-505E-D773DF8E5D87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9912483-7B78-7438-0563-9E2871434666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D415B0F-AAC4-6826-1B1D-82EBB64D0A0C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98E4B8A6-CE1F-09CE-0D25-227F72B785BE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AC6E193D-3BF7-9093-EAA5-076E9F501C70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D668C380-3FF5-8E82-457F-2315BDD486B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64E3787C-CAA0-AFA3-B51A-384B99F73974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115C02A-06DF-5624-2540-DBE974DC547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3804E3E-37A2-4B26-8224-00A4AC0FA1E3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80247E35-21EA-8C7C-ECE3-EC00AC60D96B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53DEA629-13B8-DDDE-52E1-FD85AF735A3D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54054A6-F515-16A3-A88E-8167C5AA58C2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9239A34-DA7D-1976-ED6C-7AE303935BFD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C530392C-863F-CDD8-823E-F304FF1DE9B1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F4C6B42-62CF-0113-D2C7-C88F31C24CA9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21539E-E78B-187F-86A0-5D2BB7F091A1}"/>
              </a:ext>
            </a:extLst>
          </p:cNvPr>
          <p:cNvSpPr txBox="1"/>
          <p:nvPr/>
        </p:nvSpPr>
        <p:spPr>
          <a:xfrm>
            <a:off x="257174" y="364207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F64EFE8-B83E-3898-0838-F700B2283722}"/>
              </a:ext>
            </a:extLst>
          </p:cNvPr>
          <p:cNvSpPr txBox="1"/>
          <p:nvPr/>
        </p:nvSpPr>
        <p:spPr>
          <a:xfrm>
            <a:off x="579033" y="364207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2F52B28-079B-3ADD-5154-289A9296DD5E}"/>
              </a:ext>
            </a:extLst>
          </p:cNvPr>
          <p:cNvSpPr txBox="1"/>
          <p:nvPr/>
        </p:nvSpPr>
        <p:spPr>
          <a:xfrm>
            <a:off x="638820" y="546090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AB06EF72-61E1-BD99-4BD2-945484C09A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447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7A17097-8DA4-89EF-1A23-8C5815AE935F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EB58A842-1F05-93E2-C5E6-2F4B1D526D3D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75F947B7-FECF-2048-915B-14F5B6F93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FBF973F7-A4E9-877C-5883-8EA98406A631}"/>
              </a:ext>
            </a:extLst>
          </p:cNvPr>
          <p:cNvSpPr txBox="1"/>
          <p:nvPr/>
        </p:nvSpPr>
        <p:spPr>
          <a:xfrm>
            <a:off x="108031" y="83820"/>
            <a:ext cx="9083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화면배치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기본</a:t>
            </a:r>
            <a:r>
              <a:rPr lang="en-US" altLang="ko-KR" sz="2000" b="1" dirty="0"/>
              <a:t>) </a:t>
            </a:r>
            <a:r>
              <a:rPr lang="ko-KR" altLang="en-US" sz="2000" dirty="0"/>
              <a:t>사용자의 취향에 따라 </a:t>
            </a:r>
            <a:r>
              <a:rPr lang="en-US" altLang="ko-KR" sz="2000" dirty="0"/>
              <a:t>1</a:t>
            </a:r>
            <a:r>
              <a:rPr lang="ko-KR" altLang="en-US" sz="2000" dirty="0"/>
              <a:t>단</a:t>
            </a:r>
            <a:r>
              <a:rPr lang="en-US" altLang="ko-KR" sz="2000" dirty="0"/>
              <a:t>, 2</a:t>
            </a:r>
            <a:r>
              <a:rPr lang="ko-KR" altLang="en-US" sz="2000" dirty="0"/>
              <a:t>단</a:t>
            </a:r>
            <a:r>
              <a:rPr lang="en-US" altLang="ko-KR" sz="2000" dirty="0"/>
              <a:t>, 1</a:t>
            </a:r>
            <a:r>
              <a:rPr lang="ko-KR" altLang="en-US" sz="2000" dirty="0"/>
              <a:t>문제 보기 모드 선택 가능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EAFDBC-4680-412A-EFA3-7DBCB5F05EED}"/>
              </a:ext>
            </a:extLst>
          </p:cNvPr>
          <p:cNvSpPr/>
          <p:nvPr/>
        </p:nvSpPr>
        <p:spPr>
          <a:xfrm>
            <a:off x="6477975" y="1010306"/>
            <a:ext cx="459218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2E5C4-6237-FDD9-9882-379129C8CB54}"/>
              </a:ext>
            </a:extLst>
          </p:cNvPr>
          <p:cNvSpPr txBox="1"/>
          <p:nvPr/>
        </p:nvSpPr>
        <p:spPr>
          <a:xfrm>
            <a:off x="6215716" y="1577311"/>
            <a:ext cx="2655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 배치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화면에서 왼쪽에만 나오게 설정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6E9CCB3A-5240-D291-DD40-79C99A6F8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13AEB6-5179-C358-3BD9-C7CB10100314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98AA89-6B1C-450D-6E1C-87C4733822B1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05496C-52CC-41C6-D108-84924CE98C45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7CD49E-99EA-BD65-4D08-E547728ED008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189377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8C14-0330-7E43-1772-95D50691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4F1ED95-99CF-1DFE-C04E-8E473BD561D3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BDC011-7725-F5C2-66BC-EA1BA5138AAA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07B51-FA24-2FBD-9591-8CE2FD9DBEC0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0FD023-090B-858B-C4A0-B06520B9F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505D69-F326-4ABD-33CB-3DC9BFA27D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411E39-925E-4F1D-CD12-322E7F960400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CB011C7-D15F-0277-BD8E-3AD63D63A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36D908E-EC55-07A2-2BBB-6920A63377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9407754-0A24-EDB5-3DB9-04AAFC1AEB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856A42-C6AA-BBBA-BF49-7D4F0CB0E872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EDE747-61A3-7176-DDEE-3909071CF98C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758234-2BA9-8041-42E7-C2BF09C2E239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3B64F86-E84A-2BBB-61CF-F1CE2EFF52BF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46B2B6E-9110-6F46-EDC7-79DA92AF3B8E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C9F7A62-18C2-7222-0A3F-E740F2AFBE4B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360C57A-4472-7E80-38DD-6FC8A7DF414A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2328334-375E-E030-60ED-A6E99BEDF7B8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1F016D-653A-5101-D1F3-0B8C2A4B083A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5E51E9-F100-DE1A-8C63-09EF0B85D845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0BE438-A0D9-95EA-0E93-1BF5B3052716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49B021C-7E20-7F86-67FD-DD671F5BAC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AF29A65-8113-B8FE-8DB0-DCD891DC6A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01A0D897-62EA-F88A-2D0D-A2C091C8B4C5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7411EB-AE24-A5B9-BD83-490B38C720A6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98F533-A653-4BE8-E9C8-DD034B3E3961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B01D3FD-FF8F-ED11-81D8-7FACEF5E2A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9C445276-35B6-739E-487F-3A1AF67537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4260B61-22FD-DE83-2098-433BB7AFDE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004DEEF0-2EF0-9899-5E8A-72E6F8431A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4EE5E757-F09C-7224-EA11-FE7D18FDD6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06D09-5A95-1953-67E1-CF4DDE17F9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ED8C775-200F-B8A0-9FED-D7DE95F0FAD3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C12E66-FECE-DE4D-DED1-BAD0A7938E48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5C4B63-E896-821F-3AAA-93447F8D29A8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192185-A688-6EFC-77FA-C2B05B9652CC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4FE3D8-44A5-FA15-1FA0-9739071C06D3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CE8C3D-217F-A7F1-5237-EBEDB53E78BA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D35DB0D2-CB7B-485A-A67D-01D3B084C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AC37EAE-D0EF-8F18-3A65-883C6F6F2C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15A6FB2B-9B55-0790-17F1-555405C6683C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1D13E3-1E9E-D43C-5AA6-DBB3C25A5E7A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D04C9B19-C1F1-D9A5-7849-B8B3356427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9D83F5B4-F378-5F00-94C8-B489940B20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E685A1CC-FCE4-9699-CB31-DD10F02942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1F0E5C1D-C6B7-0096-05FE-0A0CEBCEC2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AB8A7A1C-F862-70FE-B20B-E047A5001B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406DB46-5E07-61DD-FF62-6BB629B0BD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56B6A004-B72E-1418-DBC0-44BFAF5DEACF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C685AB-5A81-4A2E-46F7-59A299950ABC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4A1954-89CF-39D7-D392-03442B49AC97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4B2CA5-CF51-0A97-9A9E-62564412B43F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579C4D-FCD6-24D7-D6BF-403ADF222B81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3327F8-F077-A564-000D-E3C98E83C133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D7647775-EC3E-8172-414F-9577D9C518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1856C47C-EC37-1D30-92B0-398F16F2C6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3DD71304-81A4-89EF-EC29-2F472C03C719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FFB075-E715-835D-E32B-0787C0D05738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29EE3D-91E1-41B8-EE4F-BD429754CC05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722D83-7431-8FAB-207B-D4A893A18488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3343A6-8220-2BB1-EB38-D244323AA891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31300F0-C2E3-BFB3-5151-73057A6E1776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E0B3DE-C656-347B-865C-3779FDFCA802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3E761E1-87B2-528D-4215-4AF2760002D5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3D08F3-C743-5BC0-678D-2A7C3C5CA54A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799445-9A93-4B73-7231-6EBCC9A354D3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481D4BA-33C5-4B46-75DB-1BD07CD8E4A8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A42127A-59EF-A681-958B-50739BCED5F5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A8A4DE7-05D5-109E-63B8-CA5215F29E87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33E170-960A-7568-1799-2F1D228B7B9A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07315C9-4805-09F5-6C35-49A5338AF09E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8450408-FBDC-AB7B-427E-62F35D0005B7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2FE293F-97D0-27D4-03BF-A58107E61800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E3B08B-FD8F-C95B-BB39-D7D49CDCD4EF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A1B548F-C3AA-ABED-A3C0-0E8B0544B1D5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1967839-A282-7AAD-7D25-8FE7A606C2AB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FD40F5A9-17F7-8494-2A55-B8A8693A7A84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3CB46CFD-D60C-E361-3239-AD6CF7B39A47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F3E5641C-7F04-1464-B291-FE5D580347A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0130B480-F0A6-77A9-11D2-E18613CCA82B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A2FDFCFA-5500-D96A-9224-651391C08DF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EFAF35F-B25D-D7F4-B914-7FC40D0C8158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041CA2DE-13FA-9167-3847-487AC9525E4F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91D9B2F-5240-78C9-9685-726D52DD1453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5AD74F6-459B-DFE1-F170-E5886D852E97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1C37C25-EDA7-A108-FB78-B986B3D157A2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1692DC9-A584-C2DF-4E20-ACC63DEE28AB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65EE81C-CDB2-4EFA-C2D1-6ABBB00FC900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7360973-4324-1911-0F26-4DCAA497A385}"/>
              </a:ext>
            </a:extLst>
          </p:cNvPr>
          <p:cNvSpPr txBox="1"/>
          <p:nvPr/>
        </p:nvSpPr>
        <p:spPr>
          <a:xfrm>
            <a:off x="4771137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57F0EF0-E329-9508-200B-C44A38E55BC7}"/>
              </a:ext>
            </a:extLst>
          </p:cNvPr>
          <p:cNvSpPr txBox="1"/>
          <p:nvPr/>
        </p:nvSpPr>
        <p:spPr>
          <a:xfrm>
            <a:off x="5092996" y="1714499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/>
              <a:t>일 때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A3ECAE7-434C-7B6E-7FB6-B7042DEA1FA5}"/>
              </a:ext>
            </a:extLst>
          </p:cNvPr>
          <p:cNvSpPr txBox="1"/>
          <p:nvPr/>
        </p:nvSpPr>
        <p:spPr>
          <a:xfrm>
            <a:off x="5152783" y="3533331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634F3586-0380-C6A1-D89B-F00A78E990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7502" y="2176894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F3C6B18-E95B-3F8D-E69B-AAFA6B1056B5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5C640B8C-121C-33F5-2E33-03BD87DB1B51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A2623EBC-D212-2113-DC4C-5484EACE82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3C292F32-240C-C778-99CD-FB5B74B5A9BE}"/>
              </a:ext>
            </a:extLst>
          </p:cNvPr>
          <p:cNvSpPr txBox="1"/>
          <p:nvPr/>
        </p:nvSpPr>
        <p:spPr>
          <a:xfrm>
            <a:off x="108031" y="83820"/>
            <a:ext cx="8839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화면배치</a:t>
            </a:r>
            <a:r>
              <a:rPr lang="en-US" altLang="ko-KR" sz="2000" b="1" dirty="0"/>
              <a:t>(2</a:t>
            </a:r>
            <a:r>
              <a:rPr lang="ko-KR" altLang="en-US" sz="2000" b="1" dirty="0"/>
              <a:t>단</a:t>
            </a:r>
            <a:r>
              <a:rPr lang="en-US" altLang="ko-KR" sz="2000" b="1" dirty="0"/>
              <a:t>) </a:t>
            </a:r>
            <a:r>
              <a:rPr lang="ko-KR" altLang="en-US" sz="2000" dirty="0"/>
              <a:t>사용자의 취향에 따라 </a:t>
            </a:r>
            <a:r>
              <a:rPr lang="en-US" altLang="ko-KR" sz="2000" dirty="0"/>
              <a:t>1</a:t>
            </a:r>
            <a:r>
              <a:rPr lang="ko-KR" altLang="en-US" sz="2000" dirty="0"/>
              <a:t>단</a:t>
            </a:r>
            <a:r>
              <a:rPr lang="en-US" altLang="ko-KR" sz="2000" dirty="0"/>
              <a:t>, 2</a:t>
            </a:r>
            <a:r>
              <a:rPr lang="ko-KR" altLang="en-US" sz="2000" dirty="0"/>
              <a:t>단</a:t>
            </a:r>
            <a:r>
              <a:rPr lang="en-US" altLang="ko-KR" sz="2000" dirty="0"/>
              <a:t>, 1</a:t>
            </a:r>
            <a:r>
              <a:rPr lang="ko-KR" altLang="en-US" sz="2000" dirty="0"/>
              <a:t>문제 보기 모드 선택 가능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C4482C-2015-82D3-8039-984F04384A23}"/>
              </a:ext>
            </a:extLst>
          </p:cNvPr>
          <p:cNvSpPr/>
          <p:nvPr/>
        </p:nvSpPr>
        <p:spPr>
          <a:xfrm>
            <a:off x="6864282" y="1009022"/>
            <a:ext cx="459218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DBDBC6F-77EE-8FD2-0293-69D21655DED5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4938413" y="1510035"/>
            <a:ext cx="2155478" cy="3211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8662AA-FF3E-D48E-C916-29E7AFAB1428}"/>
              </a:ext>
            </a:extLst>
          </p:cNvPr>
          <p:cNvSpPr txBox="1"/>
          <p:nvPr/>
        </p:nvSpPr>
        <p:spPr>
          <a:xfrm>
            <a:off x="2781953" y="4721486"/>
            <a:ext cx="431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단배치</a:t>
            </a:r>
            <a:r>
              <a:rPr lang="en-US" altLang="ko-KR" dirty="0"/>
              <a:t>, </a:t>
            </a:r>
            <a:r>
              <a:rPr lang="ko-KR" altLang="en-US" dirty="0"/>
              <a:t>중앙을 분할하여 </a:t>
            </a:r>
            <a:r>
              <a:rPr lang="en-US" altLang="ko-KR" dirty="0"/>
              <a:t>2</a:t>
            </a:r>
            <a:r>
              <a:rPr lang="ko-KR" altLang="en-US" dirty="0"/>
              <a:t>단으로 구성</a:t>
            </a: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2F75FC93-2D07-6409-0F67-E2A76C4A8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BFDDB83-2E22-70D7-34D2-171EE619100E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2B3619-25C4-8B96-26F8-65370E6035D1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72D7B0E-3545-4DEB-3B77-997E0A449F67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4FC31F-DAF8-CCE0-A619-1C378DA6A8DB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17231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77B6-5E77-D8BB-A22A-FCE5E6D2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5F0DD3-1290-4DF2-4097-5F573A709712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240A74-8421-E614-A6C1-1194A6CA2D64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1394-5B2D-B68A-5520-D445E528E362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A20288-52AE-FA4D-6C0D-2E4BAA6FC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91615B-185C-0AE8-1048-47F56A5C18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A1811-B872-8C5B-07FC-8F54277549BC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D63CFDC-D4DD-BEB4-0424-9896DA94B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4991AC-3FEA-2A7E-3F72-BC2BD8B04A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6138EAD-9AF2-6CA9-4DFC-3359D8E736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E9B6DA-F241-ACCE-85DF-961AE1544031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E8E2C1-A6F6-B374-7FDC-47A95640F31B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5EE33C-D6C3-5A2F-2CD8-29DCF95D1C4C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687F6F1-B653-6927-E2AE-03034CACB1CA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F753DDD-88C2-E3A2-D99D-C285F726A367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53FC240-1954-C575-A66D-121BCAB11F38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2866D24-DB97-F89A-E4A0-6E38E4541206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CB1680-5CF1-7EDF-EBDD-97190C002612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C6D966-3739-956E-82E8-04EF88BDBF95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202F88-4367-C3D6-2D81-B333931ADF2F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614C39-5150-8556-CC5D-8C2E61A1B96C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A8E4764-18CA-8C0E-CFC8-C5B50EDB00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B1D26B33-2BD9-0E58-866F-E40BEAA95D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B9C74D-8D1D-72F8-3332-EBCBD0B3060A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60119C-C052-FF90-D01A-B05C07DAB0B9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E6330-1044-AE06-A930-5960659D25C2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6964A2D-9EF7-6A6D-BE4B-9C0790B3A2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599FF3F-ADCB-1155-CDC7-EE63D23AFD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16F39AF-F391-5572-71DC-727325E9B2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01865E0-FD3A-0BCE-EBBF-A62913ADB1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3F9940A-3396-655D-33FE-4BF0349E66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5528964D-212A-8044-5D77-11103DCC17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9A9E10C-89CC-450F-0851-1677F4A0054A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CC155C-D05E-79DA-523D-CD216A0D8A94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5F305A-3E0E-D328-9792-FC7C3830C0A0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A94ED6-2CDA-EE98-74CE-68E78000C00A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7A760C-00F8-6542-2D4B-2019A5CF4CA3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2AD8F8-4A30-F1E0-4345-E17014001921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77D693EA-D22B-5F10-C339-865C712C88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69D42D9C-0B28-B858-8BA0-AC3A26AA6F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541674A-166E-0C4A-2D93-D042FAAA20CC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7FE8B7-4F86-6F69-1B8F-7C11439CD183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3EF97543-8CEB-B735-86B1-E32BD790CE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654D336-A23A-2F96-7F33-E2AC2E14DA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FE99382-9B36-0E59-F4D7-93176D9743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2F4AD62C-F781-354A-5590-48098DEAAA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2EB62592-C48F-0997-E88D-8886F8E240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2BD682F4-8843-5DA5-74DD-D0ED048802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B98F59E-5522-9AE2-7E61-4B7E637E170E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37D953-30AE-996F-E19E-A900E5F3DC6E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3A6352-A6DC-0C66-DF49-360BE3707123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1DA100-7353-4301-8286-2C492BEAE415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887AAB-8282-269F-4E24-B36E3852D486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E7B144-F574-FD1C-3490-01CC2EC588C0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70F8816C-475E-B1EF-DCCA-95B04ACE35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17F3F76C-7BA4-C77A-0D7B-88A1341FA7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9BFE2F7D-1B29-5FDB-0A4B-5A287FE7E111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C61B21-B89E-C22E-3188-7D74B56C3434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1AA965-3A1C-CBFC-16A4-CEEFC4BFB6DD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D2435D-7555-F68A-1D62-4955ABB0FEE4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F640B7A-C4BE-5491-7A01-1923384F61D6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5A2881-8B7E-1AD9-0203-872424D83994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991C7E2-E950-2EB7-304F-70F890D09B21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8FD82C-9A8C-9060-E135-4A36C67B81E4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A04153-D741-A84A-CBF9-018C5DD32B83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5AF06A2-3FF2-2DB1-5F91-9F7F25F9DCC2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210D589-EA93-A863-E1CE-DCA2168C2EAB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FC7327E-4906-F225-F12C-FA23F1972A0C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A24FE76-097C-CA70-EB69-D2085D9BDEE1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64E184-DF84-820D-D6D3-3288B11E7A0D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AB8FB5-FD02-446C-A24E-31518B046D44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70A94F8-EB1D-699C-0CA9-C0E56F0700D4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C08F460-D9FE-388F-FDDD-2987B8F130BD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9F23AC-EEB4-5934-9B0D-D366C4AE9C6F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20D399E-B082-7B80-4330-2640DC77767D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A72D9CF-8413-C624-BFD9-3511EC34ED17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721C1FF3-1C9B-6CC6-6E5F-DC750EAC8517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CC55BC10-E053-CAD0-61CC-1F0FFEB5F578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32B555B4-2D2C-EA9D-D706-EC8E3040D02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63F9ECC9-26F7-E039-87F1-0E2F92EF4937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EE4E196-F328-1331-2015-2E30AEE1DE3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5155547-906B-1E3C-1275-5A421D04D789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92DB6359-B6C8-3DB6-9FF7-716989AF56F1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A4C4A9C-7A7F-33AD-B4EE-F20D34C08D35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95B4E3-21E1-7DAA-86C0-BCC159272406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3993BE5-0D58-D554-C7A2-A734FC5D93A6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8A083AB-F55D-2D15-D222-7E62EBC95AA4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1E2C1B2-EA9F-DA13-7851-10301E939967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330DBBA-3250-985B-CB01-E8F71A8D09A4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D088C87-2F4F-2322-F84B-B78C50B3058F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9EA94E0E-DC16-2477-097C-5AC4F65B0E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02234EE1-4C21-E150-AE77-575968369149}"/>
              </a:ext>
            </a:extLst>
          </p:cNvPr>
          <p:cNvSpPr txBox="1"/>
          <p:nvPr/>
        </p:nvSpPr>
        <p:spPr>
          <a:xfrm>
            <a:off x="108031" y="83820"/>
            <a:ext cx="1108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화면배치</a:t>
            </a:r>
            <a:r>
              <a:rPr lang="en-US" altLang="ko-KR" sz="2000" b="1" dirty="0"/>
              <a:t>(1</a:t>
            </a:r>
            <a:r>
              <a:rPr lang="ko-KR" altLang="en-US" sz="2000" b="1" dirty="0"/>
              <a:t>문제 모드</a:t>
            </a:r>
            <a:r>
              <a:rPr lang="en-US" altLang="ko-KR" sz="2000" b="1" dirty="0"/>
              <a:t>) </a:t>
            </a:r>
            <a:r>
              <a:rPr lang="ko-KR" altLang="en-US" sz="2000" dirty="0"/>
              <a:t>사용자의 취향에 따라 </a:t>
            </a:r>
            <a:r>
              <a:rPr lang="en-US" altLang="ko-KR" sz="2000" dirty="0"/>
              <a:t>1</a:t>
            </a:r>
            <a:r>
              <a:rPr lang="ko-KR" altLang="en-US" sz="2000" dirty="0"/>
              <a:t>단</a:t>
            </a:r>
            <a:r>
              <a:rPr lang="en-US" altLang="ko-KR" sz="2000" dirty="0"/>
              <a:t>, 2</a:t>
            </a:r>
            <a:r>
              <a:rPr lang="ko-KR" altLang="en-US" sz="2000" dirty="0"/>
              <a:t>단</a:t>
            </a:r>
            <a:r>
              <a:rPr lang="en-US" altLang="ko-KR" sz="2000" dirty="0"/>
              <a:t>, 1</a:t>
            </a:r>
            <a:r>
              <a:rPr lang="ko-KR" altLang="en-US" sz="2000" dirty="0"/>
              <a:t>문제 보기 모드 선택 가능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1C05E5-12FC-4765-EC81-4EB5F594A1F4}"/>
              </a:ext>
            </a:extLst>
          </p:cNvPr>
          <p:cNvSpPr/>
          <p:nvPr/>
        </p:nvSpPr>
        <p:spPr>
          <a:xfrm>
            <a:off x="7259787" y="1017658"/>
            <a:ext cx="459218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A099F-2114-8DDA-BB30-1223377C69B4}"/>
              </a:ext>
            </a:extLst>
          </p:cNvPr>
          <p:cNvSpPr txBox="1"/>
          <p:nvPr/>
        </p:nvSpPr>
        <p:spPr>
          <a:xfrm>
            <a:off x="6486161" y="1615155"/>
            <a:ext cx="2359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페이지에 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문제만 나오는 모드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EED2C52B-D85E-8B66-C862-E35E50FEE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54DEDD-A9FA-73F4-4303-FAF53CEE0AA8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16BD9D3-2D7E-3E77-97B1-2CCBFBF05DDE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8C32F55-61DA-B3B8-5686-C241ECF543DC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9506C-BC66-CEC2-BFFC-384F0AE094A5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148796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FF4D-7371-14A1-8872-561743D99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CA30946-F9A8-CDE1-96F7-7403F772EECA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4B4487-0089-F13A-2DA6-19EB209ABD77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4D091-16CB-E526-FAE5-3A1A11E083B7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945A10-2953-7458-4E19-77DF3B050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702B02D-4B3D-3018-16DD-99CA34E91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049261-580A-CAE5-FB3F-7F2A79C06456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FCA45B7-18A6-AC27-E5AF-C817B07D35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489F7CF-6DFF-4DBA-AFC8-2413936A40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87204C2-1B32-63BD-DCB9-A4C763FF1B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EA4DCB-3962-12B7-5015-5D323CB6A8E8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2228C3-F19A-63F8-B648-874A3E8AA5E9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30C6722-B90C-6B20-B01D-1DDFE2117BBE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5EF0235-CEC0-6AA5-1F83-5B37F5A4390D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D570517-0D9C-F054-C0CB-7947BAE6F1D4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7AF16D2-FE59-1D56-FC68-9D4CA922F73D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3460483-43FB-D360-6C8B-2B9D0D603D3B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282E020-F679-2750-A36D-9EF7F6ACE235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B94CF4-9966-563D-CA4E-D37E1B6D0707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13ED51-F397-926F-1073-905D9FB0FE01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7B5A394-B3F9-AD47-94F7-E9A53BE01175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4751F3EC-132E-719A-DC5B-CA3E4ED78F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970EC3A-084A-DD73-4947-47001A126E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37D05C89-18FC-562E-E197-608DD13F442E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70ED45-F8AB-BFAC-5FB6-599740BDD274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D536F5-5CF9-368D-6B83-0A608B868978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A0180F46-FF2D-C8B2-BE41-082C58D073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AE7AAFB6-9B18-0FD9-8A2E-CF506725DA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E5AE4C7-A7B5-C7D3-D009-F533BC69CE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304FF2A-E126-A66B-81B0-83BB97E76D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7A6873F-81A8-F159-A2F0-1FBA727564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AF558809-FCE4-1E76-1072-FBCED37AF7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E75CBFD-5269-1DDF-2451-89827EA1A889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20726B-4311-3276-43E3-B1E990A7355A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ADE327-5DDA-06F6-EFAF-A10CA68A7E94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6A2A9D-70E1-8173-4A4B-9F54343A99F1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2BD36E-7DF5-4059-5C46-BEFF526CD60A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39AF4F-FF95-E07D-33E7-11D6F5987090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6ABFED4C-2B2E-9B84-35C9-BDB6816EC3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CA2725AF-6A48-7E82-DFD8-4126E3C7F6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9FCDF0A-B6DF-EB2B-3493-55DEE8E08C7D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1AAB75-4A0B-F2D5-8954-590E81535BCE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F3F775D8-CE35-5A92-5BB1-2CD8D201B5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AAB84600-A6CC-99B8-3528-29C3E60D8F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C089BA96-91AD-D27B-8245-7EC9044E1B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C83BA63-48DB-DBA9-BCF1-7094CE5050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4EF661A0-AAF2-F01A-8947-E5C5076EB0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BC49C1C5-223F-9FD8-D9E6-2B8FC19A45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BCA070B2-DD6A-106B-D78C-DBBA5AA3B362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638B2F-BB35-2441-E07A-D6698C8B5E7D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48927F-1B97-1249-D44C-A3621747E746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00B839-E53F-277F-3A66-A49846EACF92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BC2975-8541-833E-8DED-5C969B8FD7E9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6F039B-607B-C13B-4DB6-EC66C12A30C3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749AA5-9EF7-8EDD-CC7B-5284684266A8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8F518C-34AB-2F52-7BA1-5B28F7DB3A9D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475497-B6C1-11BF-4D8B-7BFDDF7A541B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C16864-8611-AF20-6C87-3411C88CFEAB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DE229BE-47EB-845F-CC79-C5C09BD3A19F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783586-5E79-820E-61E5-C13AC846A4A0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103B11-F256-6712-B38B-09DB8C1AD398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DBFAF8C-75BD-E50E-FFE9-F509473414C5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0A9C24-9011-86D8-F6F2-3E1D51C0B6F6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28E39FA-C2A9-D1FB-3A21-94E81EAECB41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A4375E2-0E76-DF4D-C1B8-B85ED2106496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6811DF2-6D0C-15D7-078F-CE7DE799DFA1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07B4F5F-8BEF-74B1-6AFC-2126B89BF14D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0B66236-875C-A3F9-FF8D-457A5872B32D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21531ED-BA57-D11E-CBEC-0730D79FEA85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1B4DB38-F334-0273-7FC2-BB03A6903B0E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BB19C3A-33BD-6B7A-68CA-8B7FEA3ACE3A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E633BE-29A4-7E22-2DFE-BA2279831DD5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590CB15-F454-8324-5DC7-5686A49F20C9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21856EC-A8BF-0C2B-6F77-DBA0C62252FF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BEC0B0F-E986-EFCA-3414-B4408E6AFD72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70FD7BBD-8D8E-C685-3D70-B0F40BB27AAD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B3A0ACA8-3E7A-E328-43DE-937F0994CAB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695C618D-989C-1EE6-C19A-3F2C62D9609A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5D7A124-654C-12B5-CF3A-9840DEFF389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C4C470A-ACB4-A1D9-58A0-3B8D93313F18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FF48B0C5-876F-AF98-3E11-63CA69FDF0AA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35B58B3-5D60-FEF3-C817-7F1EB36052A2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8FF3F9E-10A4-E489-9765-5E93FFC98F8C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F1725EE-7AB5-4236-E219-F44FA9FD3252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4FDCEEB-F5BB-D552-8594-C07CF7600F43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998F932-6019-8FAF-266D-86871ECBC7FB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6F8374F-353C-E53E-2885-89D86D8933B6}"/>
              </a:ext>
            </a:extLst>
          </p:cNvPr>
          <p:cNvSpPr txBox="1"/>
          <p:nvPr/>
        </p:nvSpPr>
        <p:spPr>
          <a:xfrm>
            <a:off x="257174" y="364207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19ADE42-C5B1-30A0-0BEF-8F6957175A88}"/>
              </a:ext>
            </a:extLst>
          </p:cNvPr>
          <p:cNvSpPr txBox="1"/>
          <p:nvPr/>
        </p:nvSpPr>
        <p:spPr>
          <a:xfrm>
            <a:off x="579033" y="364207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1BC36D5-B779-55EC-C246-C9782749B503}"/>
              </a:ext>
            </a:extLst>
          </p:cNvPr>
          <p:cNvSpPr txBox="1"/>
          <p:nvPr/>
        </p:nvSpPr>
        <p:spPr>
          <a:xfrm>
            <a:off x="638820" y="546090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B3B65974-76A3-CB94-A023-2C35705C0E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447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70617BB-91EF-7D72-89A9-1AB253C9CC14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554DD62C-BBC6-02F7-6656-511AA25C0543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15A6D59C-35CA-B768-6462-1291E0DB36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44FCFCBE-6564-2AA8-4D18-D76A85D4E9D0}"/>
              </a:ext>
            </a:extLst>
          </p:cNvPr>
          <p:cNvSpPr txBox="1"/>
          <p:nvPr/>
        </p:nvSpPr>
        <p:spPr>
          <a:xfrm>
            <a:off x="108031" y="83820"/>
            <a:ext cx="3861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계산기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8830A3-4C90-A80D-6002-A9D5D83E11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8182" y="2206833"/>
            <a:ext cx="1257300" cy="13811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FCBD3EE-0E7B-0C7D-4EAC-81FD1D9B9C2E}"/>
              </a:ext>
            </a:extLst>
          </p:cNvPr>
          <p:cNvSpPr/>
          <p:nvPr/>
        </p:nvSpPr>
        <p:spPr>
          <a:xfrm>
            <a:off x="7872412" y="1009022"/>
            <a:ext cx="875347" cy="501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6BCD53-C617-1DF7-27C5-0988D1E0D1A9}"/>
              </a:ext>
            </a:extLst>
          </p:cNvPr>
          <p:cNvCxnSpPr>
            <a:endCxn id="3" idx="0"/>
          </p:cNvCxnSpPr>
          <p:nvPr/>
        </p:nvCxnSpPr>
        <p:spPr>
          <a:xfrm flipH="1">
            <a:off x="7536832" y="1530011"/>
            <a:ext cx="784208" cy="676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FCEBEB-C0FA-D447-B357-BB5FB3F59ACE}"/>
              </a:ext>
            </a:extLst>
          </p:cNvPr>
          <p:cNvSpPr txBox="1"/>
          <p:nvPr/>
        </p:nvSpPr>
        <p:spPr>
          <a:xfrm>
            <a:off x="5871167" y="3662927"/>
            <a:ext cx="2941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간단한 숫자 계산만 가능한</a:t>
            </a:r>
            <a:endParaRPr lang="en-US" altLang="ko-KR" dirty="0"/>
          </a:p>
          <a:p>
            <a:r>
              <a:rPr lang="ko-KR" altLang="en-US" dirty="0"/>
              <a:t>기본형 계산기</a:t>
            </a:r>
            <a:r>
              <a:rPr lang="en-US" altLang="ko-KR" dirty="0"/>
              <a:t>(</a:t>
            </a:r>
            <a:r>
              <a:rPr lang="ko-KR" altLang="en-US" dirty="0"/>
              <a:t>팝업 형태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A11DA7EA-1128-6CBE-5D07-25A3E34BB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9AC307F-FDB7-0E9A-AA33-D651F4F333F7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06CF20-5480-795A-5BF6-CA58C39DA792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8CE4C4-1A24-B22C-F987-CA7F0A7943F9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2B8F2E-AE22-BFCB-2954-5F9F4B4A525E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318833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2E50A-32D9-9E3F-9F25-8FC9FEE9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FEB9B3-2AE5-C203-76F1-BBF1D9E3F0FA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28AB5F-171A-25B2-B376-FD98D69C8F54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04A47-9E82-4731-C8CB-678EC420BF2F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92F4E5-C0F1-1442-8CCB-0C373434E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108A62E-0DF0-8420-608F-453D7EB0F6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818BD9-DD16-C4E1-DA3D-08711B6EA716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3CA3663-DBE2-C0DB-DC3F-35F4257D29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C611DF8-CDB4-FDDF-595D-3F3572576F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33F7815-3443-7032-AD41-E25E444E23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E4F8DF-89F2-0749-53B9-40E0E1B9EC6E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044240-754C-DA41-D357-68C0EA584FF1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052A49-6817-3914-0B39-D0C78ED094E5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9E09FD-D6D0-6452-05CC-80BDFA17FF43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D551ECF-9DEC-3FA3-0C9A-49D46F353B79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7120AE5-9CBC-C284-2C66-C029E11B1C4A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96D563A-D0DB-5475-2C5F-25F76B8B5C4A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66577DB-890E-AE9B-895F-304FCD750D01}"/>
              </a:ext>
            </a:extLst>
          </p:cNvPr>
          <p:cNvSpPr/>
          <p:nvPr/>
        </p:nvSpPr>
        <p:spPr>
          <a:xfrm>
            <a:off x="7633776" y="6200771"/>
            <a:ext cx="1057275" cy="2762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화면잠금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9EECEE-32E8-E685-EE86-EC9D7C784338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89FC37-FD88-3079-1743-BCE753091AF6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CD25ED-FF80-E77C-9AE2-D1DD4C78221E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616A7B8-49AD-0A93-6914-15B5A87AA1B4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97C408C9-FC40-E191-11C1-199B77A035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B3BD8932-A131-718E-F605-A5F589CAEE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ACE5B2D-B07F-0035-2B80-B00D5A3D6D08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495523-DF13-F419-DAA2-77B734B181AB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BA9D9F-38CF-AF5B-1F9E-BF98E7E2B464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BC0445D-4EB6-AAA2-34F8-AFD04F9A8B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DF9C97B-24CA-D699-FF97-952B1AB827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33FDED5-4B8B-A788-9ABD-C5677AABDA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3D1CBBB9-FB2B-CEB1-962A-9E06052B4D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0481566-1AA2-229B-5FE8-5F585F7E3E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62AD17F-4895-3223-95D2-C2F720DE5E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04E951B-8CA1-4CE2-8294-1AA6DE52F951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7F2B58-6C08-9439-A098-55F45D527E73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45AB59-FC60-71E7-92F0-224A76FAB731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EAF04F-55D1-535B-87B3-8D7ADD520DC3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4160D1-7B38-625E-5852-AAF456DA3C24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DD9285-72AF-F0A2-16CB-78BC341E1B73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B9B6965E-8DB9-6099-FA84-F90BEBC533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B4A7683E-024B-4C97-F1A6-1C1E2C1BE7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42488BA-9762-DB6E-A521-62AE3FC5388B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D82BF1-74DD-C5E5-A1A2-E141D80383B9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8D3A0A40-07B6-9BE6-FC7F-5F10E7EAE1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D4087740-B585-D1DE-395F-659C554896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E0822BA-B95B-CFEC-3D9A-D01266F2A4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B02B788F-E6B8-5CFE-0AAC-916FD5383B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4BE85C92-B9C5-B6A2-5533-A426C1822F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120FD837-494C-803A-ABB7-D5499E1C29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4C743CE-5CB2-EBBB-EC96-ADA522577169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E70678-DFC6-14E2-F3CD-BB334A5B30D7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F9448B-3F13-1D95-102B-A805F1AAFD21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4302C0-E2C6-5B58-4CF3-A2521C259413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15B8A4-1251-6699-C1FE-692EE4EB8854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A18083-B6E0-B823-6F63-3286232DC4FE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68913052-E5DE-FE68-A5A9-5BFB97FDBF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63D34525-3BCF-E4C6-8EDF-AF97165497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96B67EDC-D6FA-68EF-CA01-AD136BEDB891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391ACC-B50F-BCF7-F635-D781C0D6444C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C0AF53-943D-9AAD-6223-04AD372A1FB4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8F540E-A058-0661-F49A-E82FAEF1B496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06A2C41-6E47-9F32-95FA-386A9AB34E99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344196-60EB-A0F6-36C0-0AA4C7864D64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D85342-1A30-9552-A5D4-10B2677612CB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D0AFAE-47C0-F3CE-C698-27EF2470634C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BB9362-D7B0-E8E4-E9D7-58C0F41D4976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06C5D59-1480-4F3F-3B9D-F3637EB67439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AC26A00-71AD-C44F-CB16-48ECDFECF3AB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0F7330B-E456-B1C0-B4EF-211FF87095FD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1B9716-F83B-3B4F-D9A0-33619B7FC9A4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ECF3458-51D7-50D4-D7C4-EA2FE399C035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42CD3A8-33E7-503A-7606-0CBFC7431261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A1BDCEC-3831-2146-DEFD-9ABDBF8492F2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267A852-5BDF-270D-96FA-0A5707350DA8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225B19B-0EE3-5D57-B1CC-9C722B6795A4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A1D048-4B9D-812E-EEBA-2242E12F9812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FAC0347-3128-1D89-7CD1-4F4902CCCAB6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27969E4F-6D74-C5D3-83B6-AA6E3BB2FA76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C5C53A09-90D1-E254-72D2-7C4966A07D8C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42BEC6DB-7368-258E-3BBC-034F93C4A96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EE612BEC-DA4B-86E2-636D-C08FC079F284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7B5641B-08CE-BB0D-3D90-EE9EA53821D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C345E17-535D-9B56-6A24-EEAD6540FFD5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2CB8A921-AE9A-C3B3-F149-B3D681A8F327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CEC04D29-F728-81DF-D85C-71C59D6334F1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DA1C0B4-7154-F357-93AE-2E83115C482B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AB7A42A-9909-AE6F-293B-C74939CFC790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22943E6-1881-5A49-8DC0-55C237709DFE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484F8D6-2F4C-BEA7-ED84-616F9C7DFA26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D74A950-C392-C418-6345-808DFB0F4993}"/>
              </a:ext>
            </a:extLst>
          </p:cNvPr>
          <p:cNvSpPr txBox="1"/>
          <p:nvPr/>
        </p:nvSpPr>
        <p:spPr>
          <a:xfrm>
            <a:off x="257174" y="364207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43AF8CF-7696-305B-AD70-1FBF5572F31B}"/>
              </a:ext>
            </a:extLst>
          </p:cNvPr>
          <p:cNvSpPr txBox="1"/>
          <p:nvPr/>
        </p:nvSpPr>
        <p:spPr>
          <a:xfrm>
            <a:off x="579033" y="364207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34B86DE-22D3-3865-713F-094E6C33F437}"/>
              </a:ext>
            </a:extLst>
          </p:cNvPr>
          <p:cNvSpPr txBox="1"/>
          <p:nvPr/>
        </p:nvSpPr>
        <p:spPr>
          <a:xfrm>
            <a:off x="638820" y="546090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E0689674-05AA-5FFE-C812-120CBF162A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447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D5AB382-08A6-753C-12BF-5906BE3A5085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A8006E76-207E-B60A-D061-1B205FEF424D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69711B8F-8DCB-6AF8-7AC3-BFD00029445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2651C646-2E58-3003-1E9E-D810A6AF01AC}"/>
              </a:ext>
            </a:extLst>
          </p:cNvPr>
          <p:cNvSpPr txBox="1"/>
          <p:nvPr/>
        </p:nvSpPr>
        <p:spPr>
          <a:xfrm>
            <a:off x="108031" y="83820"/>
            <a:ext cx="3861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전체문제 </a:t>
            </a:r>
            <a:r>
              <a:rPr lang="ko-KR" altLang="en-US" sz="2000" dirty="0"/>
              <a:t>문항 네비게이션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5C8271-36C3-8C87-202E-038C6CD78C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8913" y="3397185"/>
            <a:ext cx="3057525" cy="16097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C10D093-A12D-0A2B-CCA6-1B3415E134E1}"/>
              </a:ext>
            </a:extLst>
          </p:cNvPr>
          <p:cNvSpPr/>
          <p:nvPr/>
        </p:nvSpPr>
        <p:spPr>
          <a:xfrm>
            <a:off x="257174" y="6109737"/>
            <a:ext cx="1026438" cy="4479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293313D-087B-7E21-88FC-93ECEF2EE3A1}"/>
              </a:ext>
            </a:extLst>
          </p:cNvPr>
          <p:cNvCxnSpPr/>
          <p:nvPr/>
        </p:nvCxnSpPr>
        <p:spPr>
          <a:xfrm flipV="1">
            <a:off x="723899" y="4312732"/>
            <a:ext cx="3003386" cy="1762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DE2072D-CEF5-F15B-E83E-63683A6BA022}"/>
              </a:ext>
            </a:extLst>
          </p:cNvPr>
          <p:cNvSpPr txBox="1"/>
          <p:nvPr/>
        </p:nvSpPr>
        <p:spPr>
          <a:xfrm>
            <a:off x="3234812" y="4988330"/>
            <a:ext cx="5074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전체문제 클릭 시 </a:t>
            </a:r>
            <a:r>
              <a:rPr lang="en-US" altLang="ko-KR" dirty="0"/>
              <a:t>60</a:t>
            </a:r>
            <a:r>
              <a:rPr lang="ko-KR" altLang="en-US" dirty="0"/>
              <a:t>번까지 팝업이 되며</a:t>
            </a:r>
            <a:endParaRPr lang="en-US" altLang="ko-KR" dirty="0"/>
          </a:p>
          <a:p>
            <a:r>
              <a:rPr lang="ko-KR" altLang="en-US" dirty="0"/>
              <a:t>번호를 누를 시 해당 번호의 문제로 이동이 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주변 암전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090573B-66CD-A87D-E74C-8D58951642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78C59E1-36A0-8DD9-F950-83DAC62C99AF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B7371E6-F121-E14A-0636-0D40339457CE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8360A3-F90F-8142-4E4A-E882D0EB7D19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9BEB35-8E09-3E31-0298-AF3D9B4CE5E1}"/>
              </a:ext>
            </a:extLst>
          </p:cNvPr>
          <p:cNvSpPr/>
          <p:nvPr/>
        </p:nvSpPr>
        <p:spPr>
          <a:xfrm>
            <a:off x="108030" y="543222"/>
            <a:ext cx="10738575" cy="6038551"/>
          </a:xfrm>
          <a:prstGeom prst="rect">
            <a:avLst/>
          </a:prstGeom>
          <a:solidFill>
            <a:schemeClr val="bg1">
              <a:lumMod val="6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4524D-F6FB-1796-DAA8-899FF72A276A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2663145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7F77-E52C-D9EF-6932-AEE8FDCB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74497E-675F-68CC-EA66-6BDAC050E2FF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C49564-888F-6DA4-2351-6883C5402815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795A7-8BF3-27D2-53E8-350BAE0C90CE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F7F222-1914-66D7-63B7-6E796EF17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5AE7BF7-71E0-B42A-0BA1-61867B30BD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621786-9CB7-4015-496A-F367C79CAF03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4F0747-FEB8-2D5E-07FC-C4B7C7C947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A0DDFA9-ADE6-FD50-1CF9-408437BD02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B5DDB7-EB03-A8B3-6FAD-C54FA4F5FD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76DF15-99CE-C739-1710-C2163AB6A542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4517F9-E19E-AF53-ACA0-CF06D598DD8C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E4652A-4313-2B6A-6047-9CFBCE03DBC2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FFBFC7F-71E9-BADF-151E-D3884D7E8D6A}"/>
              </a:ext>
            </a:extLst>
          </p:cNvPr>
          <p:cNvSpPr/>
          <p:nvPr/>
        </p:nvSpPr>
        <p:spPr>
          <a:xfrm>
            <a:off x="257174" y="620077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6F235B4-BFEC-27EE-C7F2-188461C47153}"/>
              </a:ext>
            </a:extLst>
          </p:cNvPr>
          <p:cNvSpPr/>
          <p:nvPr/>
        </p:nvSpPr>
        <p:spPr>
          <a:xfrm>
            <a:off x="1463592" y="620077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6AB16AD-7EA4-BB3B-1A8A-FA81A2AA3041}"/>
              </a:ext>
            </a:extLst>
          </p:cNvPr>
          <p:cNvSpPr/>
          <p:nvPr/>
        </p:nvSpPr>
        <p:spPr>
          <a:xfrm>
            <a:off x="2670010" y="620077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8B60669-C86C-19AE-085F-93DBA8571709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8C23E9-92F4-242C-7D9B-036C6FD82E7C}"/>
              </a:ext>
            </a:extLst>
          </p:cNvPr>
          <p:cNvSpPr/>
          <p:nvPr/>
        </p:nvSpPr>
        <p:spPr>
          <a:xfrm>
            <a:off x="7633776" y="6200771"/>
            <a:ext cx="1057275" cy="2762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화면잠금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10F3AC-3A09-7BF2-3735-B63BF1B3EABF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AF0D58-25B8-BE6E-FE3E-4A1FE4E1D0BB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A94B52-D984-7588-39B6-1F84EFAAC0D7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E747DE-D893-9E13-6539-5682A53D2480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590ACA7-50AF-5590-22BA-6BE563AEA7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2225ADC-E0A8-044A-0191-0E5993C46D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25B12C-F829-54D0-A162-F4BE9BACE17F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62B819-1BBB-AFF4-5D37-BF5E351ABA3E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B1BF58-ADF6-6B88-645C-13DE4A0ADB85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79EAF968-EAD1-2E12-A652-6C369A31FF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5209110-A903-E1BC-1301-2919A206B2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F36114F-FC06-FEBC-E0A5-48F0B8E961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08FB449B-67B8-FD68-B304-847707F446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1508ED8-A59D-2B6E-1BA5-E72EE7F698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99C8623D-4D44-5DC4-3987-7A08CF666F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8F42F58-38E1-0AA3-8CDD-E6F150B2A01B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A033F4-2B19-E9BA-EA1B-C0FCC23E7F56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0E2C24-01D2-6FC1-CA2C-027F757E384C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6D1047-890C-D957-097F-7C97863317B2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4D8BB9-94CC-38A1-5976-D5A925B1DF9C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6E1470-D21B-5DA4-DC23-EDDA34AB02E6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625BF4A8-F1CD-F537-DA56-B981573EA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62C0BE7B-DE0A-50E9-127D-E3798E08A0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5F94DEB-AAC0-7ACC-1768-43A2001FD80E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DCF1AC-19C6-5363-C7A3-CE54E12E4008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94C42C28-1327-F17E-BE00-DF51DDD347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3821AB14-3B52-A5A9-E1B9-29A1B9696D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E8824DDA-8029-FFE4-9641-4CB7706325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04C90F72-FCB9-549F-8438-2AE4193316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D2F76CB1-7369-E614-7042-03C01A380F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0ED2B12-AE85-8555-2681-56F28D24CB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94FDE8D-47BD-C6F2-AC82-9ADF9932674E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11416F-027D-6932-BD7C-A08FE9207474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64FBA5-ABDD-5127-2839-5C948EA7CF8E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8492F9-A2BC-C06C-3D8A-8F447B5413C8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08B2FE-1222-335E-4F49-BCE1B3A8C2A4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CA9299-1B24-2D5F-BFDF-1C4C19D37B9D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60998A13-52B6-80F9-56C2-3391AD6051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E0AF1818-3C24-C1E3-DEB6-C785A5DAE2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51E4E392-66A6-76B5-E80A-585CDA246112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FF10D9-9738-9328-4C23-A3D9305043F8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012543-629F-F5EE-FA15-04E2CA4A8A93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BE0C1B-CE16-B4A1-CE65-1EF331475742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153081-B3F0-FAFE-7612-8C85B07A6BEE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BF97E3-4C6A-3AFB-C98F-766A0081F020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4F9ABF-83C4-62E3-AE7E-531D6280C923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D155E83-B57D-E7E3-42E1-A012BBE7CCD2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CDC545-3DDC-7D35-8A0D-63B503114A8C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122F11-9F03-2E32-FE7A-B1F87320A157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989F090-B035-C0B4-60BD-AFA4E9505214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5FEEB9-018C-7808-32EB-1800C7127B6F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CEBB92F-BD84-A206-2B4F-CBFE3B3FAC74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F101F6E-D504-7684-B512-C64FCF5BE75E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620FFD6-B6C1-0251-F5A9-1EEE7634FA59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EB6829F-27A7-A594-2EBE-862341AC1725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39BE075-5D8E-EC65-941F-09C338D7CC8E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572C3F7-43B5-78B3-8945-2EABF6B40C15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62196AC-0452-AA8A-BB91-CAE1C82826ED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AB6E708-C5AC-8D54-2418-84F36E260CD8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A46B645-0CE2-CB71-A552-624277FC80C5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24236220-1BCA-3875-9D1F-EE6A7842A594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C867870D-8ECD-BBC7-394A-C78C77BE181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1FF30693-DBEE-C8A3-1937-C5471E890FE9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67A1857-650E-AEDA-CAFF-1C96EB38B7B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46603E1-24DB-FB84-65A3-2E31CF82A09B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E4421ED1-23CE-ACFB-AE28-743818B4095F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1006257-AEE1-860E-628A-ABE5431644E6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C270A7C-28FE-8E78-AF6C-2E6248A66696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ACBAC1E-1D27-5C8B-D8C0-862DC26A5FB4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4B86B534-7583-3C0E-64DF-BD17609BFF66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6DE28C3-F11F-391C-7675-326F2ADF24A0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020F528-8451-568D-0F2D-A792940FEC1C}"/>
              </a:ext>
            </a:extLst>
          </p:cNvPr>
          <p:cNvSpPr txBox="1"/>
          <p:nvPr/>
        </p:nvSpPr>
        <p:spPr>
          <a:xfrm>
            <a:off x="257174" y="364102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48638C1-1650-D9D8-A83A-DEB2B8208902}"/>
              </a:ext>
            </a:extLst>
          </p:cNvPr>
          <p:cNvSpPr txBox="1"/>
          <p:nvPr/>
        </p:nvSpPr>
        <p:spPr>
          <a:xfrm>
            <a:off x="579033" y="364102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13F74A6-4845-068B-A004-B273DB639290}"/>
              </a:ext>
            </a:extLst>
          </p:cNvPr>
          <p:cNvSpPr txBox="1"/>
          <p:nvPr/>
        </p:nvSpPr>
        <p:spPr>
          <a:xfrm>
            <a:off x="638820" y="545985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7B6C1B98-4372-B409-FA5A-CE319D12AA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342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531A0E8-2D49-EB00-70AC-CA707BCD799C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89405F11-D63A-2411-F411-C81A0D13F946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06113A6F-B5F1-1E5F-0808-85F8DD1633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6E9150C6-7849-FFF5-5104-7AAF60179F8E}"/>
              </a:ext>
            </a:extLst>
          </p:cNvPr>
          <p:cNvSpPr/>
          <p:nvPr/>
        </p:nvSpPr>
        <p:spPr>
          <a:xfrm>
            <a:off x="672093" y="2790831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04BA3F8-7F64-D6C0-9B4E-5F4DC5B87601}"/>
              </a:ext>
            </a:extLst>
          </p:cNvPr>
          <p:cNvSpPr/>
          <p:nvPr/>
        </p:nvSpPr>
        <p:spPr>
          <a:xfrm>
            <a:off x="9914174" y="1639471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9EEB93-6EE3-5D83-1D97-D5DFEFE2BC97}"/>
              </a:ext>
            </a:extLst>
          </p:cNvPr>
          <p:cNvSpPr txBox="1"/>
          <p:nvPr/>
        </p:nvSpPr>
        <p:spPr>
          <a:xfrm>
            <a:off x="108031" y="83820"/>
            <a:ext cx="3861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남은문제</a:t>
            </a:r>
            <a:r>
              <a:rPr lang="ko-KR" altLang="en-US" sz="2000" b="1" dirty="0"/>
              <a:t> </a:t>
            </a:r>
            <a:r>
              <a:rPr lang="ko-KR" altLang="en-US" sz="2000" dirty="0"/>
              <a:t>문항 네비게이션</a:t>
            </a:r>
            <a:endParaRPr lang="ko-KR" altLang="en-US" sz="20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A759D2-5BBF-609A-22B4-0BB6550DED4A}"/>
              </a:ext>
            </a:extLst>
          </p:cNvPr>
          <p:cNvSpPr/>
          <p:nvPr/>
        </p:nvSpPr>
        <p:spPr>
          <a:xfrm>
            <a:off x="1474626" y="6114920"/>
            <a:ext cx="1026438" cy="4479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C23D84-5FD2-3F86-3C74-AA49E2F1949E}"/>
              </a:ext>
            </a:extLst>
          </p:cNvPr>
          <p:cNvSpPr/>
          <p:nvPr/>
        </p:nvSpPr>
        <p:spPr>
          <a:xfrm>
            <a:off x="257173" y="3429000"/>
            <a:ext cx="2876547" cy="25142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8E0271-A036-7FA8-8F8B-999726CE8617}"/>
              </a:ext>
            </a:extLst>
          </p:cNvPr>
          <p:cNvSpPr/>
          <p:nvPr/>
        </p:nvSpPr>
        <p:spPr>
          <a:xfrm>
            <a:off x="8871031" y="1818724"/>
            <a:ext cx="1975574" cy="26097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7D529ED6-2080-C274-68BD-9733D129BA1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7519" y="3580769"/>
            <a:ext cx="2571750" cy="6477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B2245A7-5E2F-4442-C270-D80EA3A8DCFF}"/>
              </a:ext>
            </a:extLst>
          </p:cNvPr>
          <p:cNvSpPr txBox="1"/>
          <p:nvPr/>
        </p:nvSpPr>
        <p:spPr>
          <a:xfrm>
            <a:off x="4518989" y="4380488"/>
            <a:ext cx="332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중 체크표시가 안된 부분에 대한 남은 문제 </a:t>
            </a:r>
            <a:r>
              <a:rPr lang="ko-KR" altLang="en-US"/>
              <a:t>표시 기능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EA713402-B0C3-7519-3E9B-7157B55A74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DF30102-2518-F265-41E4-4393BE6E1638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D155BEE-AD53-B4B8-F0F5-70F2CA615B69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109308E-B9FB-92E4-230F-B9823FF8CEC8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84458C-A763-BD75-8351-E9EF50508591}"/>
              </a:ext>
            </a:extLst>
          </p:cNvPr>
          <p:cNvSpPr/>
          <p:nvPr/>
        </p:nvSpPr>
        <p:spPr>
          <a:xfrm>
            <a:off x="108031" y="543223"/>
            <a:ext cx="10738575" cy="6038551"/>
          </a:xfrm>
          <a:prstGeom prst="rect">
            <a:avLst/>
          </a:prstGeom>
          <a:solidFill>
            <a:schemeClr val="bg1">
              <a:lumMod val="6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9A42E9-29A6-9A13-B23E-B95FB0C05EC1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3901993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2A01-3348-9693-1CCA-107C241D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BE99CD-192E-0ECB-2E94-9EB8AA4811CE}"/>
              </a:ext>
            </a:extLst>
          </p:cNvPr>
          <p:cNvSpPr/>
          <p:nvPr/>
        </p:nvSpPr>
        <p:spPr>
          <a:xfrm>
            <a:off x="108031" y="543223"/>
            <a:ext cx="8763000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32C004-E62B-6231-E747-57DAB4B7873A}"/>
              </a:ext>
            </a:extLst>
          </p:cNvPr>
          <p:cNvSpPr/>
          <p:nvPr/>
        </p:nvSpPr>
        <p:spPr>
          <a:xfrm>
            <a:off x="108031" y="1028998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5BEB4-5B2B-C35F-6226-5A9B2BB4925C}"/>
              </a:ext>
            </a:extLst>
          </p:cNvPr>
          <p:cNvSpPr txBox="1"/>
          <p:nvPr/>
        </p:nvSpPr>
        <p:spPr>
          <a:xfrm>
            <a:off x="4619625" y="1104900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글자크기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D4BDD74-F434-C897-6225-E1B9E1E03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96" y="1100554"/>
            <a:ext cx="342900" cy="34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719078E-BD68-46CD-E437-56910BF2F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742" y="1095673"/>
            <a:ext cx="352425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2B55E-41B3-97E5-D79C-1EAD072CEFC8}"/>
              </a:ext>
            </a:extLst>
          </p:cNvPr>
          <p:cNvSpPr txBox="1"/>
          <p:nvPr/>
        </p:nvSpPr>
        <p:spPr>
          <a:xfrm>
            <a:off x="6184496" y="1091536"/>
            <a:ext cx="3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70C0"/>
                </a:solidFill>
              </a:rPr>
              <a:t>화면</a:t>
            </a:r>
            <a:endParaRPr lang="en-US" altLang="ko-KR" sz="800" dirty="0">
              <a:solidFill>
                <a:srgbClr val="0070C0"/>
              </a:solidFill>
            </a:endParaRPr>
          </a:p>
          <a:p>
            <a:r>
              <a:rPr lang="ko-KR" altLang="en-US" sz="800" dirty="0">
                <a:solidFill>
                  <a:srgbClr val="0070C0"/>
                </a:solidFill>
              </a:rPr>
              <a:t>배치</a:t>
            </a:r>
            <a:endParaRPr lang="en-US" altLang="ko-KR" sz="8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1A17079-81D9-1332-FF03-E5F9B0C865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546" y="1138535"/>
            <a:ext cx="257175" cy="266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4786A82-E0F4-C6EE-5248-DDB3E38E96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6761" y="1129010"/>
            <a:ext cx="276225" cy="285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129C955-8F01-040B-903D-8DA0C8EFF5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8026" y="1134815"/>
            <a:ext cx="285750" cy="266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7A90A1-8BAF-2683-F448-B10F9D4EF9D4}"/>
              </a:ext>
            </a:extLst>
          </p:cNvPr>
          <p:cNvSpPr/>
          <p:nvPr/>
        </p:nvSpPr>
        <p:spPr>
          <a:xfrm>
            <a:off x="7943850" y="1138535"/>
            <a:ext cx="695325" cy="26298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계산기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A37566-3DE2-6B7E-B3FF-13219FD43BCB}"/>
              </a:ext>
            </a:extLst>
          </p:cNvPr>
          <p:cNvSpPr/>
          <p:nvPr/>
        </p:nvSpPr>
        <p:spPr>
          <a:xfrm>
            <a:off x="108031" y="1514772"/>
            <a:ext cx="8763000" cy="458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2797EC5-D28F-F728-BD4D-74DAFE9C275F}"/>
              </a:ext>
            </a:extLst>
          </p:cNvPr>
          <p:cNvSpPr/>
          <p:nvPr/>
        </p:nvSpPr>
        <p:spPr>
          <a:xfrm>
            <a:off x="108031" y="6095999"/>
            <a:ext cx="8763000" cy="4857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7547230-EC50-1C21-B133-D938B05DA834}"/>
              </a:ext>
            </a:extLst>
          </p:cNvPr>
          <p:cNvSpPr/>
          <p:nvPr/>
        </p:nvSpPr>
        <p:spPr>
          <a:xfrm>
            <a:off x="257174" y="6216013"/>
            <a:ext cx="10572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전체문제</a:t>
            </a:r>
            <a:r>
              <a:rPr lang="en-US" altLang="ko-KR" sz="1200" dirty="0">
                <a:solidFill>
                  <a:schemeClr val="tx1"/>
                </a:solidFill>
              </a:rPr>
              <a:t>(60)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E90B91B-6999-86DE-44A8-087F678432FC}"/>
              </a:ext>
            </a:extLst>
          </p:cNvPr>
          <p:cNvSpPr/>
          <p:nvPr/>
        </p:nvSpPr>
        <p:spPr>
          <a:xfrm>
            <a:off x="1463592" y="6216013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CD962D-DD90-F87C-2FC9-B386CACFD38D}"/>
              </a:ext>
            </a:extLst>
          </p:cNvPr>
          <p:cNvSpPr/>
          <p:nvPr/>
        </p:nvSpPr>
        <p:spPr>
          <a:xfrm>
            <a:off x="2670010" y="6216011"/>
            <a:ext cx="1057275" cy="2762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체크 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B85AC04-F0E8-2BED-1153-99E25CF93ED3}"/>
              </a:ext>
            </a:extLst>
          </p:cNvPr>
          <p:cNvCxnSpPr>
            <a:stCxn id="20" idx="0"/>
            <a:endCxn id="21" idx="0"/>
          </p:cNvCxnSpPr>
          <p:nvPr/>
        </p:nvCxnSpPr>
        <p:spPr>
          <a:xfrm>
            <a:off x="4489531" y="1514772"/>
            <a:ext cx="0" cy="45812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3D53CDB-DF30-E99E-D51E-47627B2EA1EB}"/>
              </a:ext>
            </a:extLst>
          </p:cNvPr>
          <p:cNvSpPr/>
          <p:nvPr/>
        </p:nvSpPr>
        <p:spPr>
          <a:xfrm>
            <a:off x="7633776" y="6200771"/>
            <a:ext cx="1057275" cy="2762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화면잠금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EB0108-F981-B3D0-D895-03803006C578}"/>
              </a:ext>
            </a:extLst>
          </p:cNvPr>
          <p:cNvSpPr txBox="1"/>
          <p:nvPr/>
        </p:nvSpPr>
        <p:spPr>
          <a:xfrm>
            <a:off x="257174" y="1714500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97A596-5E42-F695-326C-25010E69CCFD}"/>
              </a:ext>
            </a:extLst>
          </p:cNvPr>
          <p:cNvSpPr txBox="1"/>
          <p:nvPr/>
        </p:nvSpPr>
        <p:spPr>
          <a:xfrm>
            <a:off x="579033" y="1714499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2CCE0A-88B6-BB97-0D9C-7FF9C47E27C3}"/>
              </a:ext>
            </a:extLst>
          </p:cNvPr>
          <p:cNvSpPr txBox="1"/>
          <p:nvPr/>
        </p:nvSpPr>
        <p:spPr>
          <a:xfrm>
            <a:off x="571499" y="2550169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25F4667-8AFC-5633-C028-9A68080FECEC}"/>
              </a:ext>
            </a:extLst>
          </p:cNvPr>
          <p:cNvSpPr/>
          <p:nvPr/>
        </p:nvSpPr>
        <p:spPr>
          <a:xfrm>
            <a:off x="8871031" y="1028998"/>
            <a:ext cx="1975575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답안 </a:t>
            </a:r>
            <a:r>
              <a:rPr lang="ko-KR" altLang="en-US" sz="1400" dirty="0" err="1"/>
              <a:t>표기란</a:t>
            </a:r>
            <a:endParaRPr lang="ko-KR" altLang="en-US" sz="14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F820C5E8-3474-44C5-26C6-9D13FC4506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1616074"/>
            <a:ext cx="190500" cy="1905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B3EE6C27-78EC-BF6C-F44F-87FFAA43DE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1866067"/>
            <a:ext cx="190500" cy="1905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805B7032-14D6-A65E-52D6-53E77F8EB91C}"/>
              </a:ext>
            </a:extLst>
          </p:cNvPr>
          <p:cNvSpPr/>
          <p:nvPr/>
        </p:nvSpPr>
        <p:spPr>
          <a:xfrm>
            <a:off x="9191624" y="1530011"/>
            <a:ext cx="295275" cy="45812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B2E378-0784-FEC3-F807-9B3604CAEA88}"/>
              </a:ext>
            </a:extLst>
          </p:cNvPr>
          <p:cNvSpPr txBox="1"/>
          <p:nvPr/>
        </p:nvSpPr>
        <p:spPr>
          <a:xfrm>
            <a:off x="9177227" y="158051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EA8C6E-6B52-49C1-E049-9FA152C17820}"/>
              </a:ext>
            </a:extLst>
          </p:cNvPr>
          <p:cNvSpPr txBox="1"/>
          <p:nvPr/>
        </p:nvSpPr>
        <p:spPr>
          <a:xfrm>
            <a:off x="9177227" y="183246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BC88C635-73F3-044C-1C95-5395D63FF0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2121982"/>
            <a:ext cx="190500" cy="1905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11A52E5-2D54-5DE6-47F2-D51F63423B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2371975"/>
            <a:ext cx="190500" cy="1905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B2F41032-4A6B-2D93-FE69-EBDBD844A6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2621968"/>
            <a:ext cx="190500" cy="1905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78475B07-5249-3B3D-F96D-F13DD5D571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2871961"/>
            <a:ext cx="190500" cy="1905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C53C5D05-7266-624D-8457-3D39675F2E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3127876"/>
            <a:ext cx="190500" cy="1905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0C69E9BD-CBC5-B528-BE09-5E0D872655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3377869"/>
            <a:ext cx="190500" cy="1905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18018F1-46D4-DA3B-72E0-BB194C115170}"/>
              </a:ext>
            </a:extLst>
          </p:cNvPr>
          <p:cNvSpPr txBox="1"/>
          <p:nvPr/>
        </p:nvSpPr>
        <p:spPr>
          <a:xfrm>
            <a:off x="9177227" y="207868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36A95C-B68E-4841-397F-70AE9825F9EE}"/>
              </a:ext>
            </a:extLst>
          </p:cNvPr>
          <p:cNvSpPr txBox="1"/>
          <p:nvPr/>
        </p:nvSpPr>
        <p:spPr>
          <a:xfrm>
            <a:off x="9177227" y="233063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E52C72-F1D1-C773-A876-6CEDD7162208}"/>
              </a:ext>
            </a:extLst>
          </p:cNvPr>
          <p:cNvSpPr txBox="1"/>
          <p:nvPr/>
        </p:nvSpPr>
        <p:spPr>
          <a:xfrm>
            <a:off x="9177227" y="259239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01BC86-2F12-27A6-38D9-0BE2241E648D}"/>
              </a:ext>
            </a:extLst>
          </p:cNvPr>
          <p:cNvSpPr txBox="1"/>
          <p:nvPr/>
        </p:nvSpPr>
        <p:spPr>
          <a:xfrm>
            <a:off x="9177227" y="284434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805FB6-295E-820B-AEDF-33130347DAF6}"/>
              </a:ext>
            </a:extLst>
          </p:cNvPr>
          <p:cNvSpPr txBox="1"/>
          <p:nvPr/>
        </p:nvSpPr>
        <p:spPr>
          <a:xfrm>
            <a:off x="9177227" y="309056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001240-1071-38E5-F393-C4607FD33329}"/>
              </a:ext>
            </a:extLst>
          </p:cNvPr>
          <p:cNvSpPr txBox="1"/>
          <p:nvPr/>
        </p:nvSpPr>
        <p:spPr>
          <a:xfrm>
            <a:off x="9177227" y="334251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951F16C2-9E9C-73F8-591F-BF0979D4F8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2468" y="3616324"/>
            <a:ext cx="190500" cy="1905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B723C6C8-0E04-DCE3-7B18-FA12229C94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3866317"/>
            <a:ext cx="190500" cy="1905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860416ED-4B4A-8702-E61B-65592A726FA3}"/>
              </a:ext>
            </a:extLst>
          </p:cNvPr>
          <p:cNvSpPr txBox="1"/>
          <p:nvPr/>
        </p:nvSpPr>
        <p:spPr>
          <a:xfrm>
            <a:off x="9177227" y="358076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09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C5B4FC-7D49-BC97-7F3B-CB4F6C1891F5}"/>
              </a:ext>
            </a:extLst>
          </p:cNvPr>
          <p:cNvSpPr txBox="1"/>
          <p:nvPr/>
        </p:nvSpPr>
        <p:spPr>
          <a:xfrm>
            <a:off x="9177227" y="383271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831DD476-92E4-08CE-21E4-93C86698D4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230" y="4122232"/>
            <a:ext cx="190500" cy="1905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4CDFA6EB-A99A-89E6-640E-6030DEC27C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213" y="4372225"/>
            <a:ext cx="190500" cy="190500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F84DFD76-D00F-9CEE-AA05-F33C376560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8103" y="4622218"/>
            <a:ext cx="190500" cy="1905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058D8B6E-6962-9562-001C-F77A75BF46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4872211"/>
            <a:ext cx="190500" cy="1905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E38EE345-432C-8A7C-C38F-E6EEDFA540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128126"/>
            <a:ext cx="190500" cy="190500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E0093F2-826E-D8D2-9FDD-AB5E318E58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378119"/>
            <a:ext cx="190500" cy="190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8629E30D-78E3-CFD3-6284-D6CA7E886C70}"/>
              </a:ext>
            </a:extLst>
          </p:cNvPr>
          <p:cNvSpPr txBox="1"/>
          <p:nvPr/>
        </p:nvSpPr>
        <p:spPr>
          <a:xfrm>
            <a:off x="9177227" y="407893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C067C8-3DA2-8C2B-1BA2-378EE6A3C2E1}"/>
              </a:ext>
            </a:extLst>
          </p:cNvPr>
          <p:cNvSpPr txBox="1"/>
          <p:nvPr/>
        </p:nvSpPr>
        <p:spPr>
          <a:xfrm>
            <a:off x="9177227" y="433088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513993-385B-68C5-6453-2C78F19B4343}"/>
              </a:ext>
            </a:extLst>
          </p:cNvPr>
          <p:cNvSpPr txBox="1"/>
          <p:nvPr/>
        </p:nvSpPr>
        <p:spPr>
          <a:xfrm>
            <a:off x="9177227" y="4592649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AD9654-ACD3-71A3-50F5-A6053A88D3D6}"/>
              </a:ext>
            </a:extLst>
          </p:cNvPr>
          <p:cNvSpPr txBox="1"/>
          <p:nvPr/>
        </p:nvSpPr>
        <p:spPr>
          <a:xfrm>
            <a:off x="9177227" y="4844597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14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D40252-8457-0992-F035-D452FE5FDC95}"/>
              </a:ext>
            </a:extLst>
          </p:cNvPr>
          <p:cNvSpPr txBox="1"/>
          <p:nvPr/>
        </p:nvSpPr>
        <p:spPr>
          <a:xfrm>
            <a:off x="9177227" y="5090818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7BD557-729E-B765-2B3B-756C5520B848}"/>
              </a:ext>
            </a:extLst>
          </p:cNvPr>
          <p:cNvSpPr txBox="1"/>
          <p:nvPr/>
        </p:nvSpPr>
        <p:spPr>
          <a:xfrm>
            <a:off x="9177227" y="5342766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16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46111B3A-3E91-6147-D877-9482D852CF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3341" y="5635001"/>
            <a:ext cx="190500" cy="19050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D369F65F-E9E6-E921-2A82-63DB65DB0A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086" y="5884994"/>
            <a:ext cx="190500" cy="190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14A6E588-FCE7-CBFD-7DE2-9F0784C7E989}"/>
              </a:ext>
            </a:extLst>
          </p:cNvPr>
          <p:cNvSpPr txBox="1"/>
          <p:nvPr/>
        </p:nvSpPr>
        <p:spPr>
          <a:xfrm>
            <a:off x="9177227" y="5597693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2A5DEF9-1AD6-E89C-82DF-FCC6983424DF}"/>
              </a:ext>
            </a:extLst>
          </p:cNvPr>
          <p:cNvSpPr txBox="1"/>
          <p:nvPr/>
        </p:nvSpPr>
        <p:spPr>
          <a:xfrm>
            <a:off x="9177227" y="5849641"/>
            <a:ext cx="385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18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923C1E-0B87-4074-B6BB-CA1B25D3725D}"/>
              </a:ext>
            </a:extLst>
          </p:cNvPr>
          <p:cNvSpPr txBox="1"/>
          <p:nvPr/>
        </p:nvSpPr>
        <p:spPr>
          <a:xfrm>
            <a:off x="9563101" y="151003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7C3E937-C07E-E048-1592-639C20DE828F}"/>
              </a:ext>
            </a:extLst>
          </p:cNvPr>
          <p:cNvSpPr txBox="1"/>
          <p:nvPr/>
        </p:nvSpPr>
        <p:spPr>
          <a:xfrm>
            <a:off x="9563100" y="176059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2797BE7-9716-BDF3-F44E-273D63E71030}"/>
              </a:ext>
            </a:extLst>
          </p:cNvPr>
          <p:cNvSpPr txBox="1"/>
          <p:nvPr/>
        </p:nvSpPr>
        <p:spPr>
          <a:xfrm>
            <a:off x="9563099" y="2005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FDA9AE4-F74B-8B9D-F8E2-122D2817D3DF}"/>
              </a:ext>
            </a:extLst>
          </p:cNvPr>
          <p:cNvSpPr txBox="1"/>
          <p:nvPr/>
        </p:nvSpPr>
        <p:spPr>
          <a:xfrm>
            <a:off x="9563098" y="22637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ECA0C11-0782-F02B-527E-268DBF2F81AF}"/>
              </a:ext>
            </a:extLst>
          </p:cNvPr>
          <p:cNvSpPr txBox="1"/>
          <p:nvPr/>
        </p:nvSpPr>
        <p:spPr>
          <a:xfrm>
            <a:off x="9563097" y="252357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1B607D4-0621-1672-7A06-299A17645EB3}"/>
              </a:ext>
            </a:extLst>
          </p:cNvPr>
          <p:cNvSpPr txBox="1"/>
          <p:nvPr/>
        </p:nvSpPr>
        <p:spPr>
          <a:xfrm>
            <a:off x="9563096" y="2774137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1D3F3A-9207-0F4F-99C1-1319820AAEC5}"/>
              </a:ext>
            </a:extLst>
          </p:cNvPr>
          <p:cNvSpPr txBox="1"/>
          <p:nvPr/>
        </p:nvSpPr>
        <p:spPr>
          <a:xfrm>
            <a:off x="9563095" y="30190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458061-CE4B-047F-BC0F-FBBF77F28350}"/>
              </a:ext>
            </a:extLst>
          </p:cNvPr>
          <p:cNvSpPr txBox="1"/>
          <p:nvPr/>
        </p:nvSpPr>
        <p:spPr>
          <a:xfrm>
            <a:off x="9563094" y="32772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B094B81-119B-51E4-D63F-72601B8C138A}"/>
              </a:ext>
            </a:extLst>
          </p:cNvPr>
          <p:cNvSpPr txBox="1"/>
          <p:nvPr/>
        </p:nvSpPr>
        <p:spPr>
          <a:xfrm>
            <a:off x="9563094" y="352218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45FD4AA-8BD3-BFA4-5701-511979322AE8}"/>
              </a:ext>
            </a:extLst>
          </p:cNvPr>
          <p:cNvSpPr txBox="1"/>
          <p:nvPr/>
        </p:nvSpPr>
        <p:spPr>
          <a:xfrm>
            <a:off x="9563093" y="3772743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EDDC833-153B-E258-5742-F25B65B1D07F}"/>
              </a:ext>
            </a:extLst>
          </p:cNvPr>
          <p:cNvSpPr txBox="1"/>
          <p:nvPr/>
        </p:nvSpPr>
        <p:spPr>
          <a:xfrm>
            <a:off x="9563092" y="40176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2AE8E09-B43F-2192-2F55-D50E0C316CDA}"/>
              </a:ext>
            </a:extLst>
          </p:cNvPr>
          <p:cNvSpPr txBox="1"/>
          <p:nvPr/>
        </p:nvSpPr>
        <p:spPr>
          <a:xfrm>
            <a:off x="9563091" y="42758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30368D2-A9A7-B30E-20D0-F83B2869329A}"/>
              </a:ext>
            </a:extLst>
          </p:cNvPr>
          <p:cNvSpPr txBox="1"/>
          <p:nvPr/>
        </p:nvSpPr>
        <p:spPr>
          <a:xfrm>
            <a:off x="9563090" y="453572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C2FE193-0ECD-E02D-FD43-290C62528997}"/>
              </a:ext>
            </a:extLst>
          </p:cNvPr>
          <p:cNvSpPr txBox="1"/>
          <p:nvPr/>
        </p:nvSpPr>
        <p:spPr>
          <a:xfrm>
            <a:off x="9563089" y="4786285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134814-1E3A-B386-930F-AFC5BE9C24DD}"/>
              </a:ext>
            </a:extLst>
          </p:cNvPr>
          <p:cNvSpPr txBox="1"/>
          <p:nvPr/>
        </p:nvSpPr>
        <p:spPr>
          <a:xfrm>
            <a:off x="9563088" y="50312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8E5103-0D58-ACE3-5BD0-F0AC1C4B8B71}"/>
              </a:ext>
            </a:extLst>
          </p:cNvPr>
          <p:cNvSpPr txBox="1"/>
          <p:nvPr/>
        </p:nvSpPr>
        <p:spPr>
          <a:xfrm>
            <a:off x="9563087" y="52893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21A5F4F-0263-5C1B-78C7-BFEF96ECD778}"/>
              </a:ext>
            </a:extLst>
          </p:cNvPr>
          <p:cNvSpPr txBox="1"/>
          <p:nvPr/>
        </p:nvSpPr>
        <p:spPr>
          <a:xfrm>
            <a:off x="9563086" y="553433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11CA60-EC04-3EF4-D88F-A8BFE3179651}"/>
              </a:ext>
            </a:extLst>
          </p:cNvPr>
          <p:cNvSpPr txBox="1"/>
          <p:nvPr/>
        </p:nvSpPr>
        <p:spPr>
          <a:xfrm>
            <a:off x="9563085" y="5792511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495FF6F-4E47-D037-6EC1-BA50797CCBF7}"/>
              </a:ext>
            </a:extLst>
          </p:cNvPr>
          <p:cNvCxnSpPr>
            <a:cxnSpLocks/>
          </p:cNvCxnSpPr>
          <p:nvPr/>
        </p:nvCxnSpPr>
        <p:spPr>
          <a:xfrm>
            <a:off x="10846606" y="1443454"/>
            <a:ext cx="11878" cy="4698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B06C1307-9C76-1C98-0983-C647EAB7B94A}"/>
              </a:ext>
            </a:extLst>
          </p:cNvPr>
          <p:cNvCxnSpPr>
            <a:cxnSpLocks/>
          </p:cNvCxnSpPr>
          <p:nvPr/>
        </p:nvCxnSpPr>
        <p:spPr>
          <a:xfrm>
            <a:off x="8871031" y="6111239"/>
            <a:ext cx="2002709" cy="12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8F16F4FA-8ED2-3ECA-DD45-445E24744E1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67985" y="1525963"/>
            <a:ext cx="160133" cy="4581229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10" name="Track">
              <a:extLst>
                <a:ext uri="{FF2B5EF4-FFF2-40B4-BE49-F238E27FC236}">
                  <a16:creationId xmlns:a16="http://schemas.microsoft.com/office/drawing/2014/main" id="{9A7A5F60-6C5C-0C81-4526-3C96B3A01174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FAB3354-133B-F1A7-EB11-AAB39EBC1CC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E09A080-AD18-20B4-8F75-F85552C197B8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7BF9D540-CD60-7B8A-D3AA-AFBF410C1F21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A34FE59-52E7-A2A9-2E5A-48FC2BBD540F}"/>
              </a:ext>
            </a:extLst>
          </p:cNvPr>
          <p:cNvSpPr/>
          <p:nvPr/>
        </p:nvSpPr>
        <p:spPr>
          <a:xfrm>
            <a:off x="8871031" y="550843"/>
            <a:ext cx="1975575" cy="4702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EA87119-C2EC-6557-95A1-1A08602F55BD}"/>
              </a:ext>
            </a:extLst>
          </p:cNvPr>
          <p:cNvSpPr txBox="1"/>
          <p:nvPr/>
        </p:nvSpPr>
        <p:spPr>
          <a:xfrm>
            <a:off x="8939213" y="592712"/>
            <a:ext cx="1405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제한 시간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4E8081B-F98E-1B04-4BF8-928605FC321F}"/>
              </a:ext>
            </a:extLst>
          </p:cNvPr>
          <p:cNvSpPr txBox="1"/>
          <p:nvPr/>
        </p:nvSpPr>
        <p:spPr>
          <a:xfrm>
            <a:off x="8984455" y="732266"/>
            <a:ext cx="578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60</a:t>
            </a:r>
            <a:r>
              <a:rPr lang="ko-KR" altLang="en-US" sz="1400" dirty="0">
                <a:solidFill>
                  <a:schemeClr val="bg1"/>
                </a:solidFill>
              </a:rPr>
              <a:t>분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161A32AF-7D96-914A-DD34-17B45011CD8F}"/>
              </a:ext>
            </a:extLst>
          </p:cNvPr>
          <p:cNvSpPr/>
          <p:nvPr/>
        </p:nvSpPr>
        <p:spPr>
          <a:xfrm>
            <a:off x="9646920" y="624840"/>
            <a:ext cx="1082040" cy="338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4B65CC2-70E3-14BF-E176-425B114C3F94}"/>
              </a:ext>
            </a:extLst>
          </p:cNvPr>
          <p:cNvSpPr txBox="1"/>
          <p:nvPr/>
        </p:nvSpPr>
        <p:spPr>
          <a:xfrm>
            <a:off x="9806941" y="609158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48:57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38748A-5382-3808-8F6F-224ACE6DC6EB}"/>
              </a:ext>
            </a:extLst>
          </p:cNvPr>
          <p:cNvSpPr txBox="1"/>
          <p:nvPr/>
        </p:nvSpPr>
        <p:spPr>
          <a:xfrm>
            <a:off x="257174" y="3642077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E80E563-F516-74A1-D6C1-AE28AAD2FDDC}"/>
              </a:ext>
            </a:extLst>
          </p:cNvPr>
          <p:cNvSpPr txBox="1"/>
          <p:nvPr/>
        </p:nvSpPr>
        <p:spPr>
          <a:xfrm>
            <a:off x="579033" y="3642076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 err="1"/>
              <a:t>일때</a:t>
            </a:r>
            <a:r>
              <a:rPr lang="ko-KR" altLang="en-US" sz="1100" dirty="0"/>
              <a:t>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1E18BB6-CDA7-2327-DF59-9B0AC7444042}"/>
              </a:ext>
            </a:extLst>
          </p:cNvPr>
          <p:cNvSpPr txBox="1"/>
          <p:nvPr/>
        </p:nvSpPr>
        <p:spPr>
          <a:xfrm>
            <a:off x="638820" y="5460908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FF17C5BE-FE2F-7B2A-9B86-AC1B92D016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539" y="4104471"/>
            <a:ext cx="1798745" cy="1245823"/>
          </a:xfrm>
          <a:prstGeom prst="rect">
            <a:avLst/>
          </a:prstGeom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32EEB08-DF62-5555-9D91-5C35F28D4C11}"/>
              </a:ext>
            </a:extLst>
          </p:cNvPr>
          <p:cNvSpPr/>
          <p:nvPr/>
        </p:nvSpPr>
        <p:spPr>
          <a:xfrm>
            <a:off x="8871031" y="6095862"/>
            <a:ext cx="1975570" cy="485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96ABEAD-2C0B-94EB-6213-73BCD1B05650}"/>
              </a:ext>
            </a:extLst>
          </p:cNvPr>
          <p:cNvSpPr/>
          <p:nvPr/>
        </p:nvSpPr>
        <p:spPr>
          <a:xfrm>
            <a:off x="9129713" y="6159194"/>
            <a:ext cx="1538272" cy="36698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답안 제출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7C9E5A7F-3288-50FE-3495-8A7E6607A3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453" y="6216036"/>
            <a:ext cx="243224" cy="245693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1378D075-89AD-213F-754E-46B6A95D268A}"/>
              </a:ext>
            </a:extLst>
          </p:cNvPr>
          <p:cNvSpPr txBox="1"/>
          <p:nvPr/>
        </p:nvSpPr>
        <p:spPr>
          <a:xfrm>
            <a:off x="108031" y="83820"/>
            <a:ext cx="3861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체크 문제 </a:t>
            </a:r>
            <a:r>
              <a:rPr lang="ko-KR" altLang="en-US" sz="2000" dirty="0"/>
              <a:t>문항 네비게이션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0E4FCB-25CC-2F72-5BD5-72AA07E609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7556" y="1841829"/>
            <a:ext cx="209550" cy="2286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A009665-1C9D-8982-4605-FDEC0A495B74}"/>
              </a:ext>
            </a:extLst>
          </p:cNvPr>
          <p:cNvSpPr/>
          <p:nvPr/>
        </p:nvSpPr>
        <p:spPr>
          <a:xfrm>
            <a:off x="8871031" y="1818724"/>
            <a:ext cx="1975574" cy="26097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6050C-F27B-4D43-786C-7FA6BB732CCA}"/>
              </a:ext>
            </a:extLst>
          </p:cNvPr>
          <p:cNvSpPr/>
          <p:nvPr/>
        </p:nvSpPr>
        <p:spPr>
          <a:xfrm>
            <a:off x="2681044" y="6090814"/>
            <a:ext cx="1026438" cy="4479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4BECECE-E020-31F0-4A6C-86E9D951BD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6787" y="3090862"/>
            <a:ext cx="2638425" cy="676275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B7404BA-C838-3A7E-ACCD-790DBE8179CE}"/>
              </a:ext>
            </a:extLst>
          </p:cNvPr>
          <p:cNvCxnSpPr>
            <a:stCxn id="8" idx="1"/>
          </p:cNvCxnSpPr>
          <p:nvPr/>
        </p:nvCxnSpPr>
        <p:spPr>
          <a:xfrm flipH="1">
            <a:off x="7348026" y="1949213"/>
            <a:ext cx="1523005" cy="1069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4813EC1-07EA-9A1D-0F92-554F5AA84B8C}"/>
              </a:ext>
            </a:extLst>
          </p:cNvPr>
          <p:cNvSpPr txBox="1"/>
          <p:nvPr/>
        </p:nvSpPr>
        <p:spPr>
          <a:xfrm>
            <a:off x="4737100" y="4017676"/>
            <a:ext cx="333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사용자가 풀다가 애매한 문제를 체크</a:t>
            </a:r>
            <a:r>
              <a:rPr lang="en-US" altLang="ko-KR" dirty="0"/>
              <a:t>, </a:t>
            </a:r>
            <a:r>
              <a:rPr lang="ko-KR" altLang="en-US" dirty="0"/>
              <a:t>체크한 문제만 확인하는 기능</a:t>
            </a:r>
            <a:r>
              <a:rPr lang="en-US" altLang="ko-KR" dirty="0"/>
              <a:t>(</a:t>
            </a:r>
            <a:r>
              <a:rPr lang="ko-KR" altLang="en-US" dirty="0"/>
              <a:t>즐겨찾기 기능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33BBFE1-1F76-7548-3DA8-4B8A84D9AC7A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589573" y="3429000"/>
            <a:ext cx="1187214" cy="2751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래픽 1">
            <a:extLst>
              <a:ext uri="{FF2B5EF4-FFF2-40B4-BE49-F238E27FC236}">
                <a16:creationId xmlns:a16="http://schemas.microsoft.com/office/drawing/2014/main" id="{6DA48DD8-45DE-490B-8D3A-97125840B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F879EE-1A7E-30AA-AFD7-DA9AA097C99C}"/>
              </a:ext>
            </a:extLst>
          </p:cNvPr>
          <p:cNvSpPr/>
          <p:nvPr/>
        </p:nvSpPr>
        <p:spPr>
          <a:xfrm>
            <a:off x="5003389" y="6200771"/>
            <a:ext cx="1285875" cy="276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1/19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27DA8DB-23C3-BA32-9E0F-9E8E837D8E9A}"/>
              </a:ext>
            </a:extLst>
          </p:cNvPr>
          <p:cNvSpPr/>
          <p:nvPr/>
        </p:nvSpPr>
        <p:spPr>
          <a:xfrm>
            <a:off x="6190004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다음 </a:t>
            </a:r>
            <a:r>
              <a:rPr lang="en-US" altLang="ko-KR" sz="1200" dirty="0"/>
              <a:t>&gt;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8E5B1AF-C6D5-CFE2-1CDF-AB282D7E7623}"/>
              </a:ext>
            </a:extLst>
          </p:cNvPr>
          <p:cNvSpPr/>
          <p:nvPr/>
        </p:nvSpPr>
        <p:spPr>
          <a:xfrm>
            <a:off x="4271208" y="6200771"/>
            <a:ext cx="738942" cy="2762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 </a:t>
            </a:r>
            <a:r>
              <a:rPr lang="ko-KR" altLang="en-US" sz="1200" dirty="0"/>
              <a:t>이전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45A045-FB31-2A20-4E03-BEDA51B3304C}"/>
              </a:ext>
            </a:extLst>
          </p:cNvPr>
          <p:cNvSpPr/>
          <p:nvPr/>
        </p:nvSpPr>
        <p:spPr>
          <a:xfrm>
            <a:off x="108030" y="543222"/>
            <a:ext cx="10738575" cy="6038551"/>
          </a:xfrm>
          <a:prstGeom prst="rect">
            <a:avLst/>
          </a:prstGeom>
          <a:solidFill>
            <a:schemeClr val="bg1">
              <a:lumMod val="6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05547A-4BFB-17E8-AFA5-5CD883B56E18}"/>
              </a:ext>
            </a:extLst>
          </p:cNvPr>
          <p:cNvSpPr txBox="1"/>
          <p:nvPr/>
        </p:nvSpPr>
        <p:spPr>
          <a:xfrm>
            <a:off x="7490900" y="553538"/>
            <a:ext cx="134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수험자명</a:t>
            </a:r>
            <a:r>
              <a:rPr lang="en-US" altLang="ko-KR" sz="1050" dirty="0">
                <a:solidFill>
                  <a:schemeClr val="bg1"/>
                </a:solidFill>
              </a:rPr>
              <a:t>: </a:t>
            </a:r>
            <a:r>
              <a:rPr lang="ko-KR" altLang="en-US" sz="1050" dirty="0">
                <a:solidFill>
                  <a:schemeClr val="bg1"/>
                </a:solidFill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113047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0D97-BDBE-A6C2-7E28-37FB0CC1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74DC0B-FAAF-4C80-785F-AF627D10BBAF}"/>
              </a:ext>
            </a:extLst>
          </p:cNvPr>
          <p:cNvSpPr/>
          <p:nvPr/>
        </p:nvSpPr>
        <p:spPr>
          <a:xfrm>
            <a:off x="108030" y="543223"/>
            <a:ext cx="10531395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63019AF-CE6E-B351-D93E-4381EF792EFF}"/>
              </a:ext>
            </a:extLst>
          </p:cNvPr>
          <p:cNvSpPr txBox="1"/>
          <p:nvPr/>
        </p:nvSpPr>
        <p:spPr>
          <a:xfrm>
            <a:off x="108031" y="83820"/>
            <a:ext cx="10398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답안 제출 화면 </a:t>
            </a:r>
            <a:r>
              <a:rPr lang="ko-KR" altLang="en-US" sz="2000" dirty="0"/>
              <a:t>시험 종료 버튼 클릭 시 </a:t>
            </a:r>
            <a:r>
              <a:rPr lang="ko-KR" altLang="en-US" sz="2000" dirty="0" err="1"/>
              <a:t>미풀이</a:t>
            </a:r>
            <a:r>
              <a:rPr lang="ko-KR" altLang="en-US" sz="2000" dirty="0"/>
              <a:t> 문항 수를 알려주는 최종 확인 팝업 노출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CEBD6D3-9ECD-6996-3929-0BD2EA8A4B32}"/>
              </a:ext>
            </a:extLst>
          </p:cNvPr>
          <p:cNvSpPr/>
          <p:nvPr/>
        </p:nvSpPr>
        <p:spPr>
          <a:xfrm>
            <a:off x="2212975" y="1115790"/>
            <a:ext cx="8432799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</a:t>
            </a:r>
            <a:r>
              <a:rPr lang="ko-KR" altLang="en-US" dirty="0" err="1"/>
              <a:t>표기란</a:t>
            </a:r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F6C1060-37E6-894F-098B-4C47F38865A0}"/>
              </a:ext>
            </a:extLst>
          </p:cNvPr>
          <p:cNvSpPr/>
          <p:nvPr/>
        </p:nvSpPr>
        <p:spPr>
          <a:xfrm>
            <a:off x="2212975" y="1496791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70D1E6C-0FF9-830A-1366-094984A28C99}"/>
              </a:ext>
            </a:extLst>
          </p:cNvPr>
          <p:cNvSpPr/>
          <p:nvPr/>
        </p:nvSpPr>
        <p:spPr>
          <a:xfrm>
            <a:off x="36036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5DC85BE-0125-EE00-0A9A-8B2C6D3E1D7D}"/>
              </a:ext>
            </a:extLst>
          </p:cNvPr>
          <p:cNvSpPr/>
          <p:nvPr/>
        </p:nvSpPr>
        <p:spPr>
          <a:xfrm>
            <a:off x="499427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CBDD6C5-B07B-BD87-2CBD-C7321D44957B}"/>
              </a:ext>
            </a:extLst>
          </p:cNvPr>
          <p:cNvSpPr/>
          <p:nvPr/>
        </p:nvSpPr>
        <p:spPr>
          <a:xfrm>
            <a:off x="63849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D13E37D-A9D2-394B-9D1D-0590C3FE3349}"/>
              </a:ext>
            </a:extLst>
          </p:cNvPr>
          <p:cNvSpPr/>
          <p:nvPr/>
        </p:nvSpPr>
        <p:spPr>
          <a:xfrm>
            <a:off x="777557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934D7F6C-14BA-87FF-D119-C66FACBC40BA}"/>
              </a:ext>
            </a:extLst>
          </p:cNvPr>
          <p:cNvSpPr/>
          <p:nvPr/>
        </p:nvSpPr>
        <p:spPr>
          <a:xfrm>
            <a:off x="91662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6A53D87-A2AF-0D2C-451B-0CDEC4052511}"/>
              </a:ext>
            </a:extLst>
          </p:cNvPr>
          <p:cNvSpPr txBox="1"/>
          <p:nvPr/>
        </p:nvSpPr>
        <p:spPr>
          <a:xfrm>
            <a:off x="2517775" y="147139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54C8E6D-C62F-76E9-C31E-199F7D1CA7D9}"/>
              </a:ext>
            </a:extLst>
          </p:cNvPr>
          <p:cNvSpPr txBox="1"/>
          <p:nvPr/>
        </p:nvSpPr>
        <p:spPr>
          <a:xfrm>
            <a:off x="2517775" y="170208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863D26-7A2A-6947-2DE8-9BC31D229228}"/>
              </a:ext>
            </a:extLst>
          </p:cNvPr>
          <p:cNvSpPr txBox="1"/>
          <p:nvPr/>
        </p:nvSpPr>
        <p:spPr>
          <a:xfrm>
            <a:off x="2517775" y="193278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4C6F054-963B-82E4-8F0A-0A822E9BBC19}"/>
              </a:ext>
            </a:extLst>
          </p:cNvPr>
          <p:cNvSpPr txBox="1"/>
          <p:nvPr/>
        </p:nvSpPr>
        <p:spPr>
          <a:xfrm>
            <a:off x="2517775" y="216348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702451-2B25-8775-306F-A0FB62294EBF}"/>
              </a:ext>
            </a:extLst>
          </p:cNvPr>
          <p:cNvSpPr txBox="1"/>
          <p:nvPr/>
        </p:nvSpPr>
        <p:spPr>
          <a:xfrm>
            <a:off x="2517775" y="239418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23A385A-781F-7FA1-640F-BF972ED8E99F}"/>
              </a:ext>
            </a:extLst>
          </p:cNvPr>
          <p:cNvSpPr txBox="1"/>
          <p:nvPr/>
        </p:nvSpPr>
        <p:spPr>
          <a:xfrm>
            <a:off x="2517775" y="262488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0337060-303B-FB59-333B-507DB36465B1}"/>
              </a:ext>
            </a:extLst>
          </p:cNvPr>
          <p:cNvSpPr txBox="1"/>
          <p:nvPr/>
        </p:nvSpPr>
        <p:spPr>
          <a:xfrm>
            <a:off x="2517775" y="285557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ED6FAA0-AD55-9320-1AA9-C9A920C2FA55}"/>
              </a:ext>
            </a:extLst>
          </p:cNvPr>
          <p:cNvSpPr txBox="1"/>
          <p:nvPr/>
        </p:nvSpPr>
        <p:spPr>
          <a:xfrm>
            <a:off x="2517775" y="30862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F47E3B-F197-DA44-5378-02D0C5A5B3E0}"/>
              </a:ext>
            </a:extLst>
          </p:cNvPr>
          <p:cNvSpPr txBox="1"/>
          <p:nvPr/>
        </p:nvSpPr>
        <p:spPr>
          <a:xfrm>
            <a:off x="2517775" y="331697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D873484-93AE-A157-9660-F795F256C5E3}"/>
              </a:ext>
            </a:extLst>
          </p:cNvPr>
          <p:cNvSpPr txBox="1"/>
          <p:nvPr/>
        </p:nvSpPr>
        <p:spPr>
          <a:xfrm>
            <a:off x="2517775" y="354767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82CFF80-7BF9-A73D-D9DF-07FFDD9CBAB8}"/>
              </a:ext>
            </a:extLst>
          </p:cNvPr>
          <p:cNvSpPr txBox="1"/>
          <p:nvPr/>
        </p:nvSpPr>
        <p:spPr>
          <a:xfrm>
            <a:off x="2517775" y="37783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1B4517-2394-EB74-0CC9-E59328E69872}"/>
              </a:ext>
            </a:extLst>
          </p:cNvPr>
          <p:cNvSpPr txBox="1"/>
          <p:nvPr/>
        </p:nvSpPr>
        <p:spPr>
          <a:xfrm>
            <a:off x="2517775" y="400906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E7AB2FA-BF48-58AE-1585-907004080CF3}"/>
              </a:ext>
            </a:extLst>
          </p:cNvPr>
          <p:cNvSpPr txBox="1"/>
          <p:nvPr/>
        </p:nvSpPr>
        <p:spPr>
          <a:xfrm>
            <a:off x="2517775" y="423976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7EC55A9-D3B1-9B81-0BE9-D05130B62B3E}"/>
              </a:ext>
            </a:extLst>
          </p:cNvPr>
          <p:cNvSpPr txBox="1"/>
          <p:nvPr/>
        </p:nvSpPr>
        <p:spPr>
          <a:xfrm>
            <a:off x="2517775" y="447046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5A8E217-A19B-3288-DFD0-07020CC966EC}"/>
              </a:ext>
            </a:extLst>
          </p:cNvPr>
          <p:cNvSpPr txBox="1"/>
          <p:nvPr/>
        </p:nvSpPr>
        <p:spPr>
          <a:xfrm>
            <a:off x="2517775" y="470116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8A240F4-E1A3-3AA8-5E75-06522A675B9C}"/>
              </a:ext>
            </a:extLst>
          </p:cNvPr>
          <p:cNvSpPr txBox="1"/>
          <p:nvPr/>
        </p:nvSpPr>
        <p:spPr>
          <a:xfrm>
            <a:off x="2517775" y="493186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969BBE6-EE9A-DEE7-E098-8409215D3ACF}"/>
              </a:ext>
            </a:extLst>
          </p:cNvPr>
          <p:cNvSpPr txBox="1"/>
          <p:nvPr/>
        </p:nvSpPr>
        <p:spPr>
          <a:xfrm>
            <a:off x="2517775" y="516255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4E3EB-7165-5AB3-3C9C-FBA4D7FD61E5}"/>
              </a:ext>
            </a:extLst>
          </p:cNvPr>
          <p:cNvSpPr txBox="1"/>
          <p:nvPr/>
        </p:nvSpPr>
        <p:spPr>
          <a:xfrm>
            <a:off x="2517775" y="53932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BA38076-C429-343A-CAAF-6DFD143C1215}"/>
              </a:ext>
            </a:extLst>
          </p:cNvPr>
          <p:cNvSpPr txBox="1"/>
          <p:nvPr/>
        </p:nvSpPr>
        <p:spPr>
          <a:xfrm>
            <a:off x="2517775" y="562395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1E098E4-6BAF-F576-0388-D9F430D452E7}"/>
              </a:ext>
            </a:extLst>
          </p:cNvPr>
          <p:cNvSpPr txBox="1"/>
          <p:nvPr/>
        </p:nvSpPr>
        <p:spPr>
          <a:xfrm>
            <a:off x="2517775" y="585465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F3AB37A-61EA-2F8C-4AE2-B7A81480D887}"/>
              </a:ext>
            </a:extLst>
          </p:cNvPr>
          <p:cNvSpPr txBox="1"/>
          <p:nvPr/>
        </p:nvSpPr>
        <p:spPr>
          <a:xfrm>
            <a:off x="3920763" y="147136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3300F40-69BB-3E33-ED74-618BE0121AB7}"/>
              </a:ext>
            </a:extLst>
          </p:cNvPr>
          <p:cNvSpPr txBox="1"/>
          <p:nvPr/>
        </p:nvSpPr>
        <p:spPr>
          <a:xfrm>
            <a:off x="3920763" y="170205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7CFB695-BE2D-CEC4-1AF2-823E1AA87786}"/>
              </a:ext>
            </a:extLst>
          </p:cNvPr>
          <p:cNvSpPr txBox="1"/>
          <p:nvPr/>
        </p:nvSpPr>
        <p:spPr>
          <a:xfrm>
            <a:off x="3920763" y="19327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9DB60A7-B10E-BDC0-565A-6142F06135CC}"/>
              </a:ext>
            </a:extLst>
          </p:cNvPr>
          <p:cNvSpPr txBox="1"/>
          <p:nvPr/>
        </p:nvSpPr>
        <p:spPr>
          <a:xfrm>
            <a:off x="3920763" y="216345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38254FE-4EBD-50B7-3890-3D00A9F78541}"/>
              </a:ext>
            </a:extLst>
          </p:cNvPr>
          <p:cNvSpPr txBox="1"/>
          <p:nvPr/>
        </p:nvSpPr>
        <p:spPr>
          <a:xfrm>
            <a:off x="3920763" y="239415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02979D-D02C-63BA-C1AF-19E6C100A2A9}"/>
              </a:ext>
            </a:extLst>
          </p:cNvPr>
          <p:cNvSpPr txBox="1"/>
          <p:nvPr/>
        </p:nvSpPr>
        <p:spPr>
          <a:xfrm>
            <a:off x="3920763" y="26248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867D644-0B8D-E230-3A7E-F213D300485A}"/>
              </a:ext>
            </a:extLst>
          </p:cNvPr>
          <p:cNvSpPr txBox="1"/>
          <p:nvPr/>
        </p:nvSpPr>
        <p:spPr>
          <a:xfrm>
            <a:off x="3920763" y="285554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78FCA5D-FD50-5BEE-9DE5-CFACBF643DF3}"/>
              </a:ext>
            </a:extLst>
          </p:cNvPr>
          <p:cNvSpPr txBox="1"/>
          <p:nvPr/>
        </p:nvSpPr>
        <p:spPr>
          <a:xfrm>
            <a:off x="3920763" y="308624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8A4ED4E-47A1-A2A3-AA3D-9A96639EF765}"/>
              </a:ext>
            </a:extLst>
          </p:cNvPr>
          <p:cNvSpPr txBox="1"/>
          <p:nvPr/>
        </p:nvSpPr>
        <p:spPr>
          <a:xfrm>
            <a:off x="3920763" y="331694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4894EF1-D48E-D4CF-21BA-0C974872003B}"/>
              </a:ext>
            </a:extLst>
          </p:cNvPr>
          <p:cNvSpPr txBox="1"/>
          <p:nvPr/>
        </p:nvSpPr>
        <p:spPr>
          <a:xfrm>
            <a:off x="3920763" y="354764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E8553F7-DEAD-AB07-31E2-F0D4736B6870}"/>
              </a:ext>
            </a:extLst>
          </p:cNvPr>
          <p:cNvSpPr txBox="1"/>
          <p:nvPr/>
        </p:nvSpPr>
        <p:spPr>
          <a:xfrm>
            <a:off x="3920763" y="377834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0C919D8-3F1E-F537-FE11-F268FE9CF287}"/>
              </a:ext>
            </a:extLst>
          </p:cNvPr>
          <p:cNvSpPr txBox="1"/>
          <p:nvPr/>
        </p:nvSpPr>
        <p:spPr>
          <a:xfrm>
            <a:off x="3920763" y="400903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76DC5B9-43BB-0721-624D-1C2853C25A2A}"/>
              </a:ext>
            </a:extLst>
          </p:cNvPr>
          <p:cNvSpPr txBox="1"/>
          <p:nvPr/>
        </p:nvSpPr>
        <p:spPr>
          <a:xfrm>
            <a:off x="3920763" y="423973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1312D3C-FF53-351F-C852-2D73BB6316EB}"/>
              </a:ext>
            </a:extLst>
          </p:cNvPr>
          <p:cNvSpPr txBox="1"/>
          <p:nvPr/>
        </p:nvSpPr>
        <p:spPr>
          <a:xfrm>
            <a:off x="3920763" y="447043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F939BD1-5A16-ECDA-8645-E8D9F1907341}"/>
              </a:ext>
            </a:extLst>
          </p:cNvPr>
          <p:cNvSpPr txBox="1"/>
          <p:nvPr/>
        </p:nvSpPr>
        <p:spPr>
          <a:xfrm>
            <a:off x="3920763" y="470113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64DA5A7-9118-E6D8-E858-C07705687948}"/>
              </a:ext>
            </a:extLst>
          </p:cNvPr>
          <p:cNvSpPr txBox="1"/>
          <p:nvPr/>
        </p:nvSpPr>
        <p:spPr>
          <a:xfrm>
            <a:off x="3920763" y="493183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1E17F43-5B44-ACEF-BAD3-51CCD3A61150}"/>
              </a:ext>
            </a:extLst>
          </p:cNvPr>
          <p:cNvSpPr txBox="1"/>
          <p:nvPr/>
        </p:nvSpPr>
        <p:spPr>
          <a:xfrm>
            <a:off x="3920763" y="5162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43A4759-8E4C-FC54-DCAA-9461E49FDEE7}"/>
              </a:ext>
            </a:extLst>
          </p:cNvPr>
          <p:cNvSpPr txBox="1"/>
          <p:nvPr/>
        </p:nvSpPr>
        <p:spPr>
          <a:xfrm>
            <a:off x="3920763" y="539322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4D25AF3-D18B-2554-9FD5-ED86BC89F648}"/>
              </a:ext>
            </a:extLst>
          </p:cNvPr>
          <p:cNvSpPr txBox="1"/>
          <p:nvPr/>
        </p:nvSpPr>
        <p:spPr>
          <a:xfrm>
            <a:off x="3920763" y="562392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8073BAF-9F42-4E00-5270-36040803DB19}"/>
              </a:ext>
            </a:extLst>
          </p:cNvPr>
          <p:cNvSpPr txBox="1"/>
          <p:nvPr/>
        </p:nvSpPr>
        <p:spPr>
          <a:xfrm>
            <a:off x="3920763" y="585462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33C0837-3244-A9EF-DB77-BCF62175A718}"/>
              </a:ext>
            </a:extLst>
          </p:cNvPr>
          <p:cNvSpPr txBox="1"/>
          <p:nvPr/>
        </p:nvSpPr>
        <p:spPr>
          <a:xfrm>
            <a:off x="5295266" y="147393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BCB48F2-A5B3-08D4-F4B7-D471F703C184}"/>
              </a:ext>
            </a:extLst>
          </p:cNvPr>
          <p:cNvSpPr txBox="1"/>
          <p:nvPr/>
        </p:nvSpPr>
        <p:spPr>
          <a:xfrm>
            <a:off x="5295266" y="17046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593C1CE-A1AF-C10F-9F98-21EB0EB5F6E5}"/>
              </a:ext>
            </a:extLst>
          </p:cNvPr>
          <p:cNvSpPr txBox="1"/>
          <p:nvPr/>
        </p:nvSpPr>
        <p:spPr>
          <a:xfrm>
            <a:off x="5295266" y="193532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66C441D-F3CB-BF55-EAEE-8C9AE15F8D64}"/>
              </a:ext>
            </a:extLst>
          </p:cNvPr>
          <p:cNvSpPr txBox="1"/>
          <p:nvPr/>
        </p:nvSpPr>
        <p:spPr>
          <a:xfrm>
            <a:off x="5295266" y="216602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4398905-C576-F72E-8E92-34CBA4EBE673}"/>
              </a:ext>
            </a:extLst>
          </p:cNvPr>
          <p:cNvSpPr txBox="1"/>
          <p:nvPr/>
        </p:nvSpPr>
        <p:spPr>
          <a:xfrm>
            <a:off x="5295266" y="239672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144E87D-598E-2AB9-8371-3F2ADA5FE4A4}"/>
              </a:ext>
            </a:extLst>
          </p:cNvPr>
          <p:cNvSpPr txBox="1"/>
          <p:nvPr/>
        </p:nvSpPr>
        <p:spPr>
          <a:xfrm>
            <a:off x="5295266" y="262742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3E5161AC-C5A3-8FFA-3E69-E5AFDB5924CE}"/>
              </a:ext>
            </a:extLst>
          </p:cNvPr>
          <p:cNvSpPr txBox="1"/>
          <p:nvPr/>
        </p:nvSpPr>
        <p:spPr>
          <a:xfrm>
            <a:off x="5295266" y="28581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26FBE78-23C3-DEDE-2A46-B6209515C863}"/>
              </a:ext>
            </a:extLst>
          </p:cNvPr>
          <p:cNvSpPr txBox="1"/>
          <p:nvPr/>
        </p:nvSpPr>
        <p:spPr>
          <a:xfrm>
            <a:off x="5295266" y="308881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315A27C-39F0-95E4-6719-AAFAEC44725A}"/>
              </a:ext>
            </a:extLst>
          </p:cNvPr>
          <p:cNvSpPr txBox="1"/>
          <p:nvPr/>
        </p:nvSpPr>
        <p:spPr>
          <a:xfrm>
            <a:off x="5295266" y="331951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A88DFB5-66DA-39BA-30BE-544515672E97}"/>
              </a:ext>
            </a:extLst>
          </p:cNvPr>
          <p:cNvSpPr txBox="1"/>
          <p:nvPr/>
        </p:nvSpPr>
        <p:spPr>
          <a:xfrm>
            <a:off x="5295266" y="355021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F36CDAE-5F0C-FF16-9EFE-62FD44391AF6}"/>
              </a:ext>
            </a:extLst>
          </p:cNvPr>
          <p:cNvSpPr txBox="1"/>
          <p:nvPr/>
        </p:nvSpPr>
        <p:spPr>
          <a:xfrm>
            <a:off x="5295266" y="378091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D74ED91-E3BC-CEAA-9268-321B4F0D829B}"/>
              </a:ext>
            </a:extLst>
          </p:cNvPr>
          <p:cNvSpPr txBox="1"/>
          <p:nvPr/>
        </p:nvSpPr>
        <p:spPr>
          <a:xfrm>
            <a:off x="5295266" y="40116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5B5CC8A-FFCF-5EB4-8640-0B1C3E89ADE4}"/>
              </a:ext>
            </a:extLst>
          </p:cNvPr>
          <p:cNvSpPr txBox="1"/>
          <p:nvPr/>
        </p:nvSpPr>
        <p:spPr>
          <a:xfrm>
            <a:off x="5295266" y="424230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AC40A8F-33FF-A28D-F980-D547EEE84DDC}"/>
              </a:ext>
            </a:extLst>
          </p:cNvPr>
          <p:cNvSpPr txBox="1"/>
          <p:nvPr/>
        </p:nvSpPr>
        <p:spPr>
          <a:xfrm>
            <a:off x="5295266" y="447300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6E4D556-1A9E-A196-5FA8-4DF22C34437E}"/>
              </a:ext>
            </a:extLst>
          </p:cNvPr>
          <p:cNvSpPr txBox="1"/>
          <p:nvPr/>
        </p:nvSpPr>
        <p:spPr>
          <a:xfrm>
            <a:off x="5295266" y="470370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DA01BA7-1658-750C-CEAC-76E057155912}"/>
              </a:ext>
            </a:extLst>
          </p:cNvPr>
          <p:cNvSpPr txBox="1"/>
          <p:nvPr/>
        </p:nvSpPr>
        <p:spPr>
          <a:xfrm>
            <a:off x="5295266" y="493440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3BA65E5-86E9-4A7C-15C2-DF8E874698D7}"/>
              </a:ext>
            </a:extLst>
          </p:cNvPr>
          <p:cNvSpPr txBox="1"/>
          <p:nvPr/>
        </p:nvSpPr>
        <p:spPr>
          <a:xfrm>
            <a:off x="5295266" y="51650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B429A65-95E3-3416-211F-FE1C9152DD83}"/>
              </a:ext>
            </a:extLst>
          </p:cNvPr>
          <p:cNvSpPr txBox="1"/>
          <p:nvPr/>
        </p:nvSpPr>
        <p:spPr>
          <a:xfrm>
            <a:off x="5295266" y="539579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44B8A5D-090E-C91D-53CB-8BC058CDE7C4}"/>
              </a:ext>
            </a:extLst>
          </p:cNvPr>
          <p:cNvSpPr txBox="1"/>
          <p:nvPr/>
        </p:nvSpPr>
        <p:spPr>
          <a:xfrm>
            <a:off x="5295266" y="562649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4EF38B-C3A3-D681-9AE5-2BE1E8AB3392}"/>
              </a:ext>
            </a:extLst>
          </p:cNvPr>
          <p:cNvSpPr txBox="1"/>
          <p:nvPr/>
        </p:nvSpPr>
        <p:spPr>
          <a:xfrm>
            <a:off x="5295266" y="585719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376DBDA-3F97-337F-6E94-710FED9E34B9}"/>
              </a:ext>
            </a:extLst>
          </p:cNvPr>
          <p:cNvSpPr txBox="1"/>
          <p:nvPr/>
        </p:nvSpPr>
        <p:spPr>
          <a:xfrm>
            <a:off x="2219687" y="154074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01</a:t>
            </a:r>
            <a:endParaRPr lang="ko-KR" altLang="en-US" sz="1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6685619-AAEE-D0D7-36B1-04DEADF324C9}"/>
              </a:ext>
            </a:extLst>
          </p:cNvPr>
          <p:cNvSpPr txBox="1"/>
          <p:nvPr/>
        </p:nvSpPr>
        <p:spPr>
          <a:xfrm>
            <a:off x="2212976" y="176709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02</a:t>
            </a:r>
            <a:endParaRPr lang="ko-KR" altLang="en-US" sz="10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C813CCF-AE4A-027E-366D-4046D338CFD2}"/>
              </a:ext>
            </a:extLst>
          </p:cNvPr>
          <p:cNvSpPr txBox="1"/>
          <p:nvPr/>
        </p:nvSpPr>
        <p:spPr>
          <a:xfrm>
            <a:off x="2209620" y="200189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03</a:t>
            </a:r>
            <a:endParaRPr lang="ko-KR" altLang="en-US" sz="10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1C31B89-058C-02BF-802A-B9595890D8D5}"/>
              </a:ext>
            </a:extLst>
          </p:cNvPr>
          <p:cNvSpPr txBox="1"/>
          <p:nvPr/>
        </p:nvSpPr>
        <p:spPr>
          <a:xfrm>
            <a:off x="2212067" y="222850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04</a:t>
            </a:r>
            <a:endParaRPr lang="ko-KR" altLang="en-US" sz="10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26F1992-E335-F9ED-7FD4-F07A837C187D}"/>
              </a:ext>
            </a:extLst>
          </p:cNvPr>
          <p:cNvSpPr txBox="1"/>
          <p:nvPr/>
        </p:nvSpPr>
        <p:spPr>
          <a:xfrm>
            <a:off x="2205356" y="24548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05</a:t>
            </a:r>
            <a:endParaRPr lang="ko-KR" altLang="en-US" sz="10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ACC9A32-A22C-118C-55AD-08CAAE90235F}"/>
              </a:ext>
            </a:extLst>
          </p:cNvPr>
          <p:cNvSpPr txBox="1"/>
          <p:nvPr/>
        </p:nvSpPr>
        <p:spPr>
          <a:xfrm>
            <a:off x="2202000" y="268966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06</a:t>
            </a:r>
            <a:endParaRPr lang="ko-KR" altLang="en-US" sz="10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7377D965-29FA-D1BE-9F1B-3130E0D636E4}"/>
              </a:ext>
            </a:extLst>
          </p:cNvPr>
          <p:cNvSpPr txBox="1"/>
          <p:nvPr/>
        </p:nvSpPr>
        <p:spPr>
          <a:xfrm>
            <a:off x="2204447" y="29139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07</a:t>
            </a:r>
            <a:endParaRPr lang="ko-KR" altLang="en-US" sz="10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B8C6961-1483-DE06-D5D6-D8E7488AB9D4}"/>
              </a:ext>
            </a:extLst>
          </p:cNvPr>
          <p:cNvSpPr txBox="1"/>
          <p:nvPr/>
        </p:nvSpPr>
        <p:spPr>
          <a:xfrm>
            <a:off x="2197736" y="314031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08</a:t>
            </a:r>
            <a:endParaRPr lang="ko-KR" altLang="en-US" sz="10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A52957B-47FE-593D-1A95-119A061EF1E2}"/>
              </a:ext>
            </a:extLst>
          </p:cNvPr>
          <p:cNvSpPr txBox="1"/>
          <p:nvPr/>
        </p:nvSpPr>
        <p:spPr>
          <a:xfrm>
            <a:off x="2194380" y="337511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09</a:t>
            </a:r>
            <a:endParaRPr lang="ko-KR" alt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BFE22B3-74A1-64AF-F9C1-297A3B898997}"/>
              </a:ext>
            </a:extLst>
          </p:cNvPr>
          <p:cNvSpPr txBox="1"/>
          <p:nvPr/>
        </p:nvSpPr>
        <p:spPr>
          <a:xfrm>
            <a:off x="2196827" y="360172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</a:t>
            </a:r>
            <a:endParaRPr lang="ko-KR" altLang="en-US" sz="10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A414C79-EEF1-309C-6518-FEC0C51DC2AE}"/>
              </a:ext>
            </a:extLst>
          </p:cNvPr>
          <p:cNvSpPr txBox="1"/>
          <p:nvPr/>
        </p:nvSpPr>
        <p:spPr>
          <a:xfrm>
            <a:off x="2190116" y="382807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A9EC9E4-6E1F-0E02-4FC2-849C28C3470C}"/>
              </a:ext>
            </a:extLst>
          </p:cNvPr>
          <p:cNvSpPr txBox="1"/>
          <p:nvPr/>
        </p:nvSpPr>
        <p:spPr>
          <a:xfrm>
            <a:off x="2186760" y="406288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12</a:t>
            </a:r>
            <a:endParaRPr lang="ko-KR" altLang="en-US" sz="1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99FCA43-9F4A-FC5F-6694-76E9AD583A95}"/>
              </a:ext>
            </a:extLst>
          </p:cNvPr>
          <p:cNvSpPr txBox="1"/>
          <p:nvPr/>
        </p:nvSpPr>
        <p:spPr>
          <a:xfrm>
            <a:off x="2197736" y="43038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13</a:t>
            </a:r>
            <a:endParaRPr lang="ko-KR" altLang="en-US" sz="10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E1A7702-979E-62FF-F0E8-50C9BECD0CC1}"/>
              </a:ext>
            </a:extLst>
          </p:cNvPr>
          <p:cNvSpPr txBox="1"/>
          <p:nvPr/>
        </p:nvSpPr>
        <p:spPr>
          <a:xfrm>
            <a:off x="2194380" y="453868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14</a:t>
            </a:r>
            <a:endParaRPr lang="ko-KR" altLang="en-US" sz="10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1B4AB7D-9A7A-5DEF-3F7D-C17E3C564D46}"/>
              </a:ext>
            </a:extLst>
          </p:cNvPr>
          <p:cNvSpPr txBox="1"/>
          <p:nvPr/>
        </p:nvSpPr>
        <p:spPr>
          <a:xfrm>
            <a:off x="2196827" y="47629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15</a:t>
            </a:r>
            <a:endParaRPr lang="ko-KR" altLang="en-US" sz="10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949DFDD-21ED-BAA9-9784-3048CA2583DF}"/>
              </a:ext>
            </a:extLst>
          </p:cNvPr>
          <p:cNvSpPr txBox="1"/>
          <p:nvPr/>
        </p:nvSpPr>
        <p:spPr>
          <a:xfrm>
            <a:off x="2190116" y="498933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16</a:t>
            </a:r>
            <a:endParaRPr lang="ko-KR" altLang="en-US" sz="10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B903D12-DBDE-A9E6-300A-31F507F40D25}"/>
              </a:ext>
            </a:extLst>
          </p:cNvPr>
          <p:cNvSpPr txBox="1"/>
          <p:nvPr/>
        </p:nvSpPr>
        <p:spPr>
          <a:xfrm>
            <a:off x="2186760" y="522413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17</a:t>
            </a:r>
            <a:endParaRPr lang="ko-KR" altLang="en-US" sz="10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B1C0FE-40B5-0190-E128-AD8C3E3AF894}"/>
              </a:ext>
            </a:extLst>
          </p:cNvPr>
          <p:cNvSpPr txBox="1"/>
          <p:nvPr/>
        </p:nvSpPr>
        <p:spPr>
          <a:xfrm>
            <a:off x="2189207" y="545074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18</a:t>
            </a:r>
            <a:endParaRPr lang="ko-KR" altLang="en-US" sz="10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71E37FC-FA38-9F6E-D7C6-D79569D15AE6}"/>
              </a:ext>
            </a:extLst>
          </p:cNvPr>
          <p:cNvSpPr txBox="1"/>
          <p:nvPr/>
        </p:nvSpPr>
        <p:spPr>
          <a:xfrm>
            <a:off x="2182496" y="567709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19</a:t>
            </a:r>
            <a:endParaRPr lang="ko-KR" altLang="en-US" sz="10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278E2DC-0F43-756F-07FA-6B714CD959C2}"/>
              </a:ext>
            </a:extLst>
          </p:cNvPr>
          <p:cNvSpPr txBox="1"/>
          <p:nvPr/>
        </p:nvSpPr>
        <p:spPr>
          <a:xfrm>
            <a:off x="2179140" y="591189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</a:t>
            </a:r>
            <a:endParaRPr lang="ko-KR" altLang="en-US" sz="10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1B5E864-E854-FE9D-CC74-84037F2B21C9}"/>
              </a:ext>
            </a:extLst>
          </p:cNvPr>
          <p:cNvSpPr txBox="1"/>
          <p:nvPr/>
        </p:nvSpPr>
        <p:spPr>
          <a:xfrm>
            <a:off x="3614147" y="153312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21</a:t>
            </a:r>
            <a:endParaRPr lang="ko-KR" altLang="en-US" sz="10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D2B8DF8-2D4A-3E5F-7B45-4FDE9CBB938B}"/>
              </a:ext>
            </a:extLst>
          </p:cNvPr>
          <p:cNvSpPr txBox="1"/>
          <p:nvPr/>
        </p:nvSpPr>
        <p:spPr>
          <a:xfrm>
            <a:off x="3607436" y="175947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22</a:t>
            </a:r>
            <a:endParaRPr lang="ko-KR" altLang="en-US" sz="10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D9AF14D-A9B7-01F1-C88B-4D3F0079342D}"/>
              </a:ext>
            </a:extLst>
          </p:cNvPr>
          <p:cNvSpPr txBox="1"/>
          <p:nvPr/>
        </p:nvSpPr>
        <p:spPr>
          <a:xfrm>
            <a:off x="3604080" y="199427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23</a:t>
            </a:r>
            <a:endParaRPr lang="ko-KR" altLang="en-US" sz="10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B707D8D-15FE-AB56-62A8-65C371E259FE}"/>
              </a:ext>
            </a:extLst>
          </p:cNvPr>
          <p:cNvSpPr txBox="1"/>
          <p:nvPr/>
        </p:nvSpPr>
        <p:spPr>
          <a:xfrm>
            <a:off x="3606527" y="222088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24</a:t>
            </a:r>
            <a:endParaRPr lang="ko-KR" altLang="en-US" sz="10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409EBD70-6B69-E827-05B3-AF2BD159D2B3}"/>
              </a:ext>
            </a:extLst>
          </p:cNvPr>
          <p:cNvSpPr txBox="1"/>
          <p:nvPr/>
        </p:nvSpPr>
        <p:spPr>
          <a:xfrm>
            <a:off x="3599816" y="244724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</a:t>
            </a:r>
            <a:endParaRPr lang="ko-KR" altLang="en-US" sz="10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5D1C2F8-2C5B-D0B8-15BD-4434E2264D77}"/>
              </a:ext>
            </a:extLst>
          </p:cNvPr>
          <p:cNvSpPr txBox="1"/>
          <p:nvPr/>
        </p:nvSpPr>
        <p:spPr>
          <a:xfrm>
            <a:off x="3596460" y="268204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26</a:t>
            </a:r>
            <a:endParaRPr lang="ko-KR" altLang="en-US" sz="10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36826A9-E6CB-FE90-62C9-E7E9F66ABC0E}"/>
              </a:ext>
            </a:extLst>
          </p:cNvPr>
          <p:cNvSpPr txBox="1"/>
          <p:nvPr/>
        </p:nvSpPr>
        <p:spPr>
          <a:xfrm>
            <a:off x="3598907" y="290634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27</a:t>
            </a:r>
            <a:endParaRPr lang="ko-KR" altLang="en-US" sz="10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B83DE7D-ED09-C76B-135B-45FE36E62F06}"/>
              </a:ext>
            </a:extLst>
          </p:cNvPr>
          <p:cNvSpPr txBox="1"/>
          <p:nvPr/>
        </p:nvSpPr>
        <p:spPr>
          <a:xfrm>
            <a:off x="3592196" y="313269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28</a:t>
            </a:r>
            <a:endParaRPr lang="ko-KR" altLang="en-US" sz="10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68FE24D-7A4B-7C6B-6297-023866A5548B}"/>
              </a:ext>
            </a:extLst>
          </p:cNvPr>
          <p:cNvSpPr txBox="1"/>
          <p:nvPr/>
        </p:nvSpPr>
        <p:spPr>
          <a:xfrm>
            <a:off x="3588840" y="336749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29</a:t>
            </a:r>
            <a:endParaRPr lang="ko-KR" altLang="en-US" sz="10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1B375B8F-9667-43C7-1B8E-F6D560FFF296}"/>
              </a:ext>
            </a:extLst>
          </p:cNvPr>
          <p:cNvSpPr txBox="1"/>
          <p:nvPr/>
        </p:nvSpPr>
        <p:spPr>
          <a:xfrm>
            <a:off x="3591287" y="359410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30</a:t>
            </a:r>
            <a:endParaRPr lang="ko-KR" altLang="en-US" sz="10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00F29602-C0A4-F34F-73D4-7F7F25B045B8}"/>
              </a:ext>
            </a:extLst>
          </p:cNvPr>
          <p:cNvSpPr txBox="1"/>
          <p:nvPr/>
        </p:nvSpPr>
        <p:spPr>
          <a:xfrm>
            <a:off x="3584576" y="382045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31</a:t>
            </a:r>
            <a:endParaRPr lang="ko-KR" altLang="en-US" sz="10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1F6BB9F-E84E-87C7-A94C-A6A6C62AC5DC}"/>
              </a:ext>
            </a:extLst>
          </p:cNvPr>
          <p:cNvSpPr txBox="1"/>
          <p:nvPr/>
        </p:nvSpPr>
        <p:spPr>
          <a:xfrm>
            <a:off x="3581220" y="405526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32</a:t>
            </a:r>
            <a:endParaRPr lang="ko-KR" altLang="en-US" sz="10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C6333C77-DC6F-D4A3-4980-F1FE0D4A0E70}"/>
              </a:ext>
            </a:extLst>
          </p:cNvPr>
          <p:cNvSpPr txBox="1"/>
          <p:nvPr/>
        </p:nvSpPr>
        <p:spPr>
          <a:xfrm>
            <a:off x="3592196" y="429625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33</a:t>
            </a:r>
            <a:endParaRPr lang="ko-KR" altLang="en-US" sz="10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4E4B0E45-D45A-F798-666E-7AC40F4EC7F0}"/>
              </a:ext>
            </a:extLst>
          </p:cNvPr>
          <p:cNvSpPr txBox="1"/>
          <p:nvPr/>
        </p:nvSpPr>
        <p:spPr>
          <a:xfrm>
            <a:off x="3588840" y="453106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34</a:t>
            </a:r>
            <a:endParaRPr lang="ko-KR" altLang="en-US" sz="10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D1B494E1-7918-B8B6-2A00-3680303DA4AA}"/>
              </a:ext>
            </a:extLst>
          </p:cNvPr>
          <p:cNvSpPr txBox="1"/>
          <p:nvPr/>
        </p:nvSpPr>
        <p:spPr>
          <a:xfrm>
            <a:off x="3591287" y="475535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35</a:t>
            </a:r>
            <a:endParaRPr lang="ko-KR" altLang="en-US" sz="10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E4EAEB7-ECB2-4C55-DB53-93E5F7D43812}"/>
              </a:ext>
            </a:extLst>
          </p:cNvPr>
          <p:cNvSpPr txBox="1"/>
          <p:nvPr/>
        </p:nvSpPr>
        <p:spPr>
          <a:xfrm>
            <a:off x="3584576" y="498171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36</a:t>
            </a:r>
            <a:endParaRPr lang="ko-KR" altLang="en-US" sz="10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C81C76AE-AAE5-A47D-1F90-9D96BD20A436}"/>
              </a:ext>
            </a:extLst>
          </p:cNvPr>
          <p:cNvSpPr txBox="1"/>
          <p:nvPr/>
        </p:nvSpPr>
        <p:spPr>
          <a:xfrm>
            <a:off x="3581220" y="521651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37</a:t>
            </a:r>
            <a:endParaRPr lang="ko-KR" altLang="en-US" sz="10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ED6C0F5-9B29-7C4A-BD13-7A71FC59F322}"/>
              </a:ext>
            </a:extLst>
          </p:cNvPr>
          <p:cNvSpPr txBox="1"/>
          <p:nvPr/>
        </p:nvSpPr>
        <p:spPr>
          <a:xfrm>
            <a:off x="3583667" y="544312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38</a:t>
            </a:r>
            <a:endParaRPr lang="ko-KR" altLang="en-US" sz="10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88FF5124-611C-EC15-6279-7395F9154DDC}"/>
              </a:ext>
            </a:extLst>
          </p:cNvPr>
          <p:cNvSpPr txBox="1"/>
          <p:nvPr/>
        </p:nvSpPr>
        <p:spPr>
          <a:xfrm>
            <a:off x="3576956" y="566947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39</a:t>
            </a:r>
            <a:endParaRPr lang="ko-KR" altLang="en-US" sz="10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F0347D9-20A5-59CB-1F41-D45A4B9B9584}"/>
              </a:ext>
            </a:extLst>
          </p:cNvPr>
          <p:cNvSpPr txBox="1"/>
          <p:nvPr/>
        </p:nvSpPr>
        <p:spPr>
          <a:xfrm>
            <a:off x="3573600" y="590427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40</a:t>
            </a:r>
            <a:endParaRPr lang="ko-KR" altLang="en-US" sz="10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6286573-AAF8-05BA-39EA-9991F06C26CA}"/>
              </a:ext>
            </a:extLst>
          </p:cNvPr>
          <p:cNvSpPr txBox="1"/>
          <p:nvPr/>
        </p:nvSpPr>
        <p:spPr>
          <a:xfrm>
            <a:off x="4993367" y="154074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41</a:t>
            </a:r>
            <a:endParaRPr lang="ko-KR" altLang="en-US" sz="10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7E06E13-6A06-552E-E571-1D3D48FB8A08}"/>
              </a:ext>
            </a:extLst>
          </p:cNvPr>
          <p:cNvSpPr txBox="1"/>
          <p:nvPr/>
        </p:nvSpPr>
        <p:spPr>
          <a:xfrm>
            <a:off x="4986656" y="176709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42</a:t>
            </a:r>
            <a:endParaRPr lang="ko-KR" altLang="en-US" sz="10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775BEA0-4F16-34F1-6D5C-F7BEC89A7F90}"/>
              </a:ext>
            </a:extLst>
          </p:cNvPr>
          <p:cNvSpPr txBox="1"/>
          <p:nvPr/>
        </p:nvSpPr>
        <p:spPr>
          <a:xfrm>
            <a:off x="4983300" y="200189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43</a:t>
            </a:r>
            <a:endParaRPr lang="ko-KR" altLang="en-US" sz="10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B44B251-2AF5-671F-E204-D0F3A6905082}"/>
              </a:ext>
            </a:extLst>
          </p:cNvPr>
          <p:cNvSpPr txBox="1"/>
          <p:nvPr/>
        </p:nvSpPr>
        <p:spPr>
          <a:xfrm>
            <a:off x="4985747" y="222850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44</a:t>
            </a:r>
            <a:endParaRPr lang="ko-KR" altLang="en-US" sz="10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7794D01-8878-79F3-298C-9B6C85B2AFB8}"/>
              </a:ext>
            </a:extLst>
          </p:cNvPr>
          <p:cNvSpPr txBox="1"/>
          <p:nvPr/>
        </p:nvSpPr>
        <p:spPr>
          <a:xfrm>
            <a:off x="4979036" y="24548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45</a:t>
            </a:r>
            <a:endParaRPr lang="ko-KR" altLang="en-US" sz="10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9EEDD0C-AD59-A0B8-7181-E47F98A1662F}"/>
              </a:ext>
            </a:extLst>
          </p:cNvPr>
          <p:cNvSpPr txBox="1"/>
          <p:nvPr/>
        </p:nvSpPr>
        <p:spPr>
          <a:xfrm>
            <a:off x="4975680" y="268966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46</a:t>
            </a:r>
            <a:endParaRPr lang="ko-KR" altLang="en-US" sz="10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2761E915-3EE6-1E0D-912E-997033964B39}"/>
              </a:ext>
            </a:extLst>
          </p:cNvPr>
          <p:cNvSpPr txBox="1"/>
          <p:nvPr/>
        </p:nvSpPr>
        <p:spPr>
          <a:xfrm>
            <a:off x="4978127" y="29139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47</a:t>
            </a:r>
            <a:endParaRPr lang="ko-KR" altLang="en-US" sz="10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0B086B3-BF25-AB4A-7F8D-01456178DCF5}"/>
              </a:ext>
            </a:extLst>
          </p:cNvPr>
          <p:cNvSpPr txBox="1"/>
          <p:nvPr/>
        </p:nvSpPr>
        <p:spPr>
          <a:xfrm>
            <a:off x="4971416" y="314031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48</a:t>
            </a:r>
            <a:endParaRPr lang="ko-KR" altLang="en-US" sz="10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624B19DF-EB80-147B-9CD3-3ED63F0FEE13}"/>
              </a:ext>
            </a:extLst>
          </p:cNvPr>
          <p:cNvSpPr txBox="1"/>
          <p:nvPr/>
        </p:nvSpPr>
        <p:spPr>
          <a:xfrm>
            <a:off x="4968060" y="337511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49</a:t>
            </a:r>
            <a:endParaRPr lang="ko-KR" altLang="en-US" sz="10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B3514F2-375E-A80F-C3DF-9BF9C98B45E5}"/>
              </a:ext>
            </a:extLst>
          </p:cNvPr>
          <p:cNvSpPr txBox="1"/>
          <p:nvPr/>
        </p:nvSpPr>
        <p:spPr>
          <a:xfrm>
            <a:off x="4970507" y="360172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50</a:t>
            </a:r>
            <a:endParaRPr lang="ko-KR" altLang="en-US" sz="10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82F51E8-ACF9-7770-4FAA-8941EAC0B35F}"/>
              </a:ext>
            </a:extLst>
          </p:cNvPr>
          <p:cNvSpPr txBox="1"/>
          <p:nvPr/>
        </p:nvSpPr>
        <p:spPr>
          <a:xfrm>
            <a:off x="4963796" y="382807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51</a:t>
            </a:r>
            <a:endParaRPr lang="ko-KR" altLang="en-US" sz="10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8F3AAD6-8AD3-9536-6DDC-99557FFFF3E7}"/>
              </a:ext>
            </a:extLst>
          </p:cNvPr>
          <p:cNvSpPr txBox="1"/>
          <p:nvPr/>
        </p:nvSpPr>
        <p:spPr>
          <a:xfrm>
            <a:off x="4960440" y="406288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52</a:t>
            </a:r>
            <a:endParaRPr lang="ko-KR" altLang="en-US" sz="10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66ACC6B-7C3F-07AA-1E96-A8000DA89F6C}"/>
              </a:ext>
            </a:extLst>
          </p:cNvPr>
          <p:cNvSpPr txBox="1"/>
          <p:nvPr/>
        </p:nvSpPr>
        <p:spPr>
          <a:xfrm>
            <a:off x="4971416" y="43038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53</a:t>
            </a:r>
            <a:endParaRPr lang="ko-KR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AFF937D-D10A-1083-D2B6-DC1350ECD1AB}"/>
              </a:ext>
            </a:extLst>
          </p:cNvPr>
          <p:cNvSpPr txBox="1"/>
          <p:nvPr/>
        </p:nvSpPr>
        <p:spPr>
          <a:xfrm>
            <a:off x="4968060" y="453868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54</a:t>
            </a:r>
            <a:endParaRPr lang="ko-KR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ECBB882F-4D6D-25AE-9E1F-AEF1047CCFAD}"/>
              </a:ext>
            </a:extLst>
          </p:cNvPr>
          <p:cNvSpPr txBox="1"/>
          <p:nvPr/>
        </p:nvSpPr>
        <p:spPr>
          <a:xfrm>
            <a:off x="4970507" y="47629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55</a:t>
            </a:r>
            <a:endParaRPr lang="ko-KR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6A67412-5C09-33BD-E863-D0CD4911732A}"/>
              </a:ext>
            </a:extLst>
          </p:cNvPr>
          <p:cNvSpPr txBox="1"/>
          <p:nvPr/>
        </p:nvSpPr>
        <p:spPr>
          <a:xfrm>
            <a:off x="4963796" y="498933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56</a:t>
            </a:r>
            <a:endParaRPr lang="ko-KR" altLang="en-US" sz="1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16C13119-C90E-88B8-E7F7-4A5A73221951}"/>
              </a:ext>
            </a:extLst>
          </p:cNvPr>
          <p:cNvSpPr txBox="1"/>
          <p:nvPr/>
        </p:nvSpPr>
        <p:spPr>
          <a:xfrm>
            <a:off x="4960440" y="522413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57</a:t>
            </a:r>
            <a:endParaRPr lang="ko-KR" altLang="en-US" sz="10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B720D30A-999C-5612-75DE-3BCC1F1A9FE7}"/>
              </a:ext>
            </a:extLst>
          </p:cNvPr>
          <p:cNvSpPr txBox="1"/>
          <p:nvPr/>
        </p:nvSpPr>
        <p:spPr>
          <a:xfrm>
            <a:off x="4962887" y="545074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58</a:t>
            </a:r>
            <a:endParaRPr lang="ko-KR" altLang="en-US" sz="10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E1142E5-50C3-C033-25E3-73FE7D2EFAB3}"/>
              </a:ext>
            </a:extLst>
          </p:cNvPr>
          <p:cNvSpPr txBox="1"/>
          <p:nvPr/>
        </p:nvSpPr>
        <p:spPr>
          <a:xfrm>
            <a:off x="4956176" y="567709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59</a:t>
            </a:r>
            <a:endParaRPr lang="ko-KR" altLang="en-US" sz="10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BEB73940-7C50-FB50-EC87-32B564851BC9}"/>
              </a:ext>
            </a:extLst>
          </p:cNvPr>
          <p:cNvSpPr txBox="1"/>
          <p:nvPr/>
        </p:nvSpPr>
        <p:spPr>
          <a:xfrm>
            <a:off x="4952820" y="591189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60</a:t>
            </a:r>
            <a:endParaRPr lang="ko-KR" altLang="en-US" sz="1000" dirty="0"/>
          </a:p>
        </p:txBody>
      </p: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8CA28A7E-4C79-7597-C309-A48F5FED263B}"/>
              </a:ext>
            </a:extLst>
          </p:cNvPr>
          <p:cNvCxnSpPr>
            <a:cxnSpLocks/>
          </p:cNvCxnSpPr>
          <p:nvPr/>
        </p:nvCxnSpPr>
        <p:spPr>
          <a:xfrm>
            <a:off x="2202000" y="2688949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5AF0128C-F3BE-2C47-A7C1-4AA60EA0F4D8}"/>
              </a:ext>
            </a:extLst>
          </p:cNvPr>
          <p:cNvCxnSpPr>
            <a:cxnSpLocks/>
          </p:cNvCxnSpPr>
          <p:nvPr/>
        </p:nvCxnSpPr>
        <p:spPr>
          <a:xfrm>
            <a:off x="2270987" y="3842453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A983CAD7-0ED7-42EE-128D-651AE809E065}"/>
              </a:ext>
            </a:extLst>
          </p:cNvPr>
          <p:cNvCxnSpPr>
            <a:cxnSpLocks/>
          </p:cNvCxnSpPr>
          <p:nvPr/>
        </p:nvCxnSpPr>
        <p:spPr>
          <a:xfrm>
            <a:off x="2219687" y="4992150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2A1912BE-32E8-4860-9785-273324F0BD26}"/>
              </a:ext>
            </a:extLst>
          </p:cNvPr>
          <p:cNvSpPr txBox="1"/>
          <p:nvPr/>
        </p:nvSpPr>
        <p:spPr>
          <a:xfrm>
            <a:off x="2197736" y="6173025"/>
            <a:ext cx="63080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*</a:t>
            </a:r>
            <a:r>
              <a:rPr lang="ko-KR" altLang="en-US" sz="1050" dirty="0"/>
              <a:t>문항번호를 클릭하면 해당 문항으로 이동합니다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E1EED66-2E6A-2997-177C-25B0D5E6996B}"/>
              </a:ext>
            </a:extLst>
          </p:cNvPr>
          <p:cNvSpPr/>
          <p:nvPr/>
        </p:nvSpPr>
        <p:spPr>
          <a:xfrm>
            <a:off x="2604664" y="1595449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A618010-F228-59A4-48AD-CCCA4E115DBE}"/>
              </a:ext>
            </a:extLst>
          </p:cNvPr>
          <p:cNvSpPr/>
          <p:nvPr/>
        </p:nvSpPr>
        <p:spPr>
          <a:xfrm>
            <a:off x="2858499" y="2079855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188C35-EE22-0DCB-D621-D87EF116AF13}"/>
              </a:ext>
            </a:extLst>
          </p:cNvPr>
          <p:cNvSpPr/>
          <p:nvPr/>
        </p:nvSpPr>
        <p:spPr>
          <a:xfrm>
            <a:off x="108030" y="6413500"/>
            <a:ext cx="10531395" cy="485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C0B6B2-D0CA-0946-1386-EEC786142B1B}"/>
              </a:ext>
            </a:extLst>
          </p:cNvPr>
          <p:cNvSpPr/>
          <p:nvPr/>
        </p:nvSpPr>
        <p:spPr>
          <a:xfrm>
            <a:off x="8267700" y="6515100"/>
            <a:ext cx="2260600" cy="355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최종 제출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4FD4D7-B854-FD44-3679-F86290059F99}"/>
              </a:ext>
            </a:extLst>
          </p:cNvPr>
          <p:cNvSpPr/>
          <p:nvPr/>
        </p:nvSpPr>
        <p:spPr>
          <a:xfrm>
            <a:off x="257175" y="6491137"/>
            <a:ext cx="1597025" cy="355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수정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99D2869-F6F7-F1A4-988E-D04D602017A3}"/>
              </a:ext>
            </a:extLst>
          </p:cNvPr>
          <p:cNvSpPr/>
          <p:nvPr/>
        </p:nvSpPr>
        <p:spPr>
          <a:xfrm>
            <a:off x="2517775" y="1767095"/>
            <a:ext cx="1120140" cy="230474"/>
          </a:xfrm>
          <a:prstGeom prst="ellipse">
            <a:avLst/>
          </a:prstGeom>
          <a:solidFill>
            <a:srgbClr val="FFC000">
              <a:alpha val="4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25C5A8B-B37A-B12E-AC9A-7A83C0B0E040}"/>
              </a:ext>
            </a:extLst>
          </p:cNvPr>
          <p:cNvCxnSpPr>
            <a:stCxn id="8" idx="6"/>
          </p:cNvCxnSpPr>
          <p:nvPr/>
        </p:nvCxnSpPr>
        <p:spPr>
          <a:xfrm>
            <a:off x="3637915" y="1882332"/>
            <a:ext cx="4820285" cy="145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DF1452-0154-9B34-3308-0DB2D3A48117}"/>
              </a:ext>
            </a:extLst>
          </p:cNvPr>
          <p:cNvSpPr txBox="1"/>
          <p:nvPr/>
        </p:nvSpPr>
        <p:spPr>
          <a:xfrm>
            <a:off x="8432800" y="1796770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마킹이 안된 문제 노란색 처리</a:t>
            </a: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96EBC8CF-C02A-6D65-7B9A-E5D0F9C73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060F04-CAEB-721E-E94D-D4EAAA5D2D10}"/>
              </a:ext>
            </a:extLst>
          </p:cNvPr>
          <p:cNvSpPr/>
          <p:nvPr/>
        </p:nvSpPr>
        <p:spPr>
          <a:xfrm>
            <a:off x="108030" y="1115760"/>
            <a:ext cx="1781413" cy="355600"/>
          </a:xfrm>
          <a:prstGeom prst="rect">
            <a:avLst/>
          </a:prstGeom>
          <a:solidFill>
            <a:srgbClr val="009D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수험자</a:t>
            </a:r>
            <a:r>
              <a:rPr lang="ko-KR" altLang="en-US" sz="1400" dirty="0"/>
              <a:t>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74642A-55C4-69FD-5AD3-0967994775F1}"/>
              </a:ext>
            </a:extLst>
          </p:cNvPr>
          <p:cNvSpPr/>
          <p:nvPr/>
        </p:nvSpPr>
        <p:spPr>
          <a:xfrm>
            <a:off x="108030" y="1480885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0CDD9F-2920-EB3D-FE14-52491503B327}"/>
              </a:ext>
            </a:extLst>
          </p:cNvPr>
          <p:cNvSpPr/>
          <p:nvPr/>
        </p:nvSpPr>
        <p:spPr>
          <a:xfrm>
            <a:off x="108030" y="2174627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FEA7FD-1E36-5A3D-25C0-1AC11307B4DD}"/>
              </a:ext>
            </a:extLst>
          </p:cNvPr>
          <p:cNvSpPr/>
          <p:nvPr/>
        </p:nvSpPr>
        <p:spPr>
          <a:xfrm>
            <a:off x="108030" y="2855548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6B29D6-490C-89B4-2ECA-CB45B1FA588B}"/>
              </a:ext>
            </a:extLst>
          </p:cNvPr>
          <p:cNvSpPr txBox="1"/>
          <p:nvPr/>
        </p:nvSpPr>
        <p:spPr>
          <a:xfrm>
            <a:off x="101318" y="1701924"/>
            <a:ext cx="736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시험명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1B51FD-0CEA-3068-A98C-772D800F8FD0}"/>
              </a:ext>
            </a:extLst>
          </p:cNvPr>
          <p:cNvSpPr txBox="1"/>
          <p:nvPr/>
        </p:nvSpPr>
        <p:spPr>
          <a:xfrm>
            <a:off x="19050" y="2359313"/>
            <a:ext cx="69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시행일자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CAD425-927A-6273-6575-FF08E232691E}"/>
              </a:ext>
            </a:extLst>
          </p:cNvPr>
          <p:cNvSpPr txBox="1"/>
          <p:nvPr/>
        </p:nvSpPr>
        <p:spPr>
          <a:xfrm>
            <a:off x="19050" y="3148006"/>
            <a:ext cx="69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남은시간</a:t>
            </a:r>
            <a:endParaRPr lang="ko-KR" altLang="en-US" sz="9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E3EB5D-F92F-40D1-4290-AB6C1012ABAC}"/>
              </a:ext>
            </a:extLst>
          </p:cNvPr>
          <p:cNvSpPr/>
          <p:nvPr/>
        </p:nvSpPr>
        <p:spPr>
          <a:xfrm>
            <a:off x="609600" y="1490410"/>
            <a:ext cx="1290047" cy="2057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452484-E5C2-646F-E283-AB3B52ED112E}"/>
              </a:ext>
            </a:extLst>
          </p:cNvPr>
          <p:cNvSpPr txBox="1"/>
          <p:nvPr/>
        </p:nvSpPr>
        <p:spPr>
          <a:xfrm>
            <a:off x="648606" y="1702058"/>
            <a:ext cx="932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전기기능사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2CFD53-5C61-E35E-CFE8-C2C3A397DC6D}"/>
              </a:ext>
            </a:extLst>
          </p:cNvPr>
          <p:cNvSpPr txBox="1"/>
          <p:nvPr/>
        </p:nvSpPr>
        <p:spPr>
          <a:xfrm>
            <a:off x="653234" y="2326159"/>
            <a:ext cx="932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2026-xx-xx</a:t>
            </a:r>
            <a:endParaRPr lang="ko-KR" alt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C8CFFE-666B-3EB1-1AD8-3EBB8C329FCB}"/>
              </a:ext>
            </a:extLst>
          </p:cNvPr>
          <p:cNvSpPr txBox="1"/>
          <p:nvPr/>
        </p:nvSpPr>
        <p:spPr>
          <a:xfrm>
            <a:off x="633276" y="3124923"/>
            <a:ext cx="709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00:00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47990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8A0E-1BA1-3C9F-B499-8E8F7AB5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AF276BF-FE16-1D24-CDA3-40034C547EA0}"/>
              </a:ext>
            </a:extLst>
          </p:cNvPr>
          <p:cNvSpPr/>
          <p:nvPr/>
        </p:nvSpPr>
        <p:spPr>
          <a:xfrm>
            <a:off x="108030" y="543223"/>
            <a:ext cx="10531395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24FD349-F5F1-CF3B-0CF8-0268F8DE8E05}"/>
              </a:ext>
            </a:extLst>
          </p:cNvPr>
          <p:cNvSpPr txBox="1"/>
          <p:nvPr/>
        </p:nvSpPr>
        <p:spPr>
          <a:xfrm>
            <a:off x="108031" y="83820"/>
            <a:ext cx="10398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답안 제출 화면 </a:t>
            </a:r>
            <a:r>
              <a:rPr lang="ko-KR" altLang="en-US" sz="2000" dirty="0"/>
              <a:t>시험 종료 버튼 클릭 시 </a:t>
            </a:r>
            <a:r>
              <a:rPr lang="ko-KR" altLang="en-US" sz="2000" dirty="0" err="1"/>
              <a:t>미풀이</a:t>
            </a:r>
            <a:r>
              <a:rPr lang="ko-KR" altLang="en-US" sz="2000" dirty="0"/>
              <a:t> 문항 수를 알려주는 최종 확인 팝업 노출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722613C-1DA3-FB8D-3C64-1553F49AAE16}"/>
              </a:ext>
            </a:extLst>
          </p:cNvPr>
          <p:cNvSpPr/>
          <p:nvPr/>
        </p:nvSpPr>
        <p:spPr>
          <a:xfrm>
            <a:off x="2212975" y="1115790"/>
            <a:ext cx="8432799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</a:t>
            </a:r>
            <a:r>
              <a:rPr lang="ko-KR" altLang="en-US" dirty="0" err="1"/>
              <a:t>표기란</a:t>
            </a:r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5F8C07D-ED1C-2968-8BCD-C44DFE51A2B1}"/>
              </a:ext>
            </a:extLst>
          </p:cNvPr>
          <p:cNvSpPr/>
          <p:nvPr/>
        </p:nvSpPr>
        <p:spPr>
          <a:xfrm>
            <a:off x="2212975" y="1496791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80802D7-5E17-2FF7-19C9-5F210DBE9BE1}"/>
              </a:ext>
            </a:extLst>
          </p:cNvPr>
          <p:cNvSpPr/>
          <p:nvPr/>
        </p:nvSpPr>
        <p:spPr>
          <a:xfrm>
            <a:off x="36036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3A8C651-D95F-206E-FE0E-4117CAD5DCC8}"/>
              </a:ext>
            </a:extLst>
          </p:cNvPr>
          <p:cNvSpPr/>
          <p:nvPr/>
        </p:nvSpPr>
        <p:spPr>
          <a:xfrm>
            <a:off x="499427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B37BAB1-C4AB-E5DE-8903-6CF3572C03B9}"/>
              </a:ext>
            </a:extLst>
          </p:cNvPr>
          <p:cNvSpPr/>
          <p:nvPr/>
        </p:nvSpPr>
        <p:spPr>
          <a:xfrm>
            <a:off x="63849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561CB4D1-10E8-C8E3-678B-545758029DEF}"/>
              </a:ext>
            </a:extLst>
          </p:cNvPr>
          <p:cNvSpPr/>
          <p:nvPr/>
        </p:nvSpPr>
        <p:spPr>
          <a:xfrm>
            <a:off x="777557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2DF83C8-7738-A466-E019-4DA27225D130}"/>
              </a:ext>
            </a:extLst>
          </p:cNvPr>
          <p:cNvSpPr/>
          <p:nvPr/>
        </p:nvSpPr>
        <p:spPr>
          <a:xfrm>
            <a:off x="91662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FC5590-2333-11DB-A6C8-4FDA4741ED35}"/>
              </a:ext>
            </a:extLst>
          </p:cNvPr>
          <p:cNvSpPr txBox="1"/>
          <p:nvPr/>
        </p:nvSpPr>
        <p:spPr>
          <a:xfrm>
            <a:off x="2517775" y="147139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69F2663-709F-BE23-A450-170452497E8B}"/>
              </a:ext>
            </a:extLst>
          </p:cNvPr>
          <p:cNvSpPr txBox="1"/>
          <p:nvPr/>
        </p:nvSpPr>
        <p:spPr>
          <a:xfrm>
            <a:off x="2517775" y="170208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1AAF3DA-3F90-F6AC-6E65-449FBC683105}"/>
              </a:ext>
            </a:extLst>
          </p:cNvPr>
          <p:cNvSpPr txBox="1"/>
          <p:nvPr/>
        </p:nvSpPr>
        <p:spPr>
          <a:xfrm>
            <a:off x="2517775" y="193278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3FAEA5F-E27D-E93A-A10B-B81DE1742B26}"/>
              </a:ext>
            </a:extLst>
          </p:cNvPr>
          <p:cNvSpPr txBox="1"/>
          <p:nvPr/>
        </p:nvSpPr>
        <p:spPr>
          <a:xfrm>
            <a:off x="2517775" y="216348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5C0AD7C-BD81-7943-5EEF-FA97C2467428}"/>
              </a:ext>
            </a:extLst>
          </p:cNvPr>
          <p:cNvSpPr txBox="1"/>
          <p:nvPr/>
        </p:nvSpPr>
        <p:spPr>
          <a:xfrm>
            <a:off x="2517775" y="239418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C7AE326-0CD9-B59F-1836-376C9536FF64}"/>
              </a:ext>
            </a:extLst>
          </p:cNvPr>
          <p:cNvSpPr txBox="1"/>
          <p:nvPr/>
        </p:nvSpPr>
        <p:spPr>
          <a:xfrm>
            <a:off x="2517775" y="262488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9DB1B30-31FD-7C18-28AD-874CFF52A1FE}"/>
              </a:ext>
            </a:extLst>
          </p:cNvPr>
          <p:cNvSpPr txBox="1"/>
          <p:nvPr/>
        </p:nvSpPr>
        <p:spPr>
          <a:xfrm>
            <a:off x="2517775" y="285557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C131E53-0D86-9110-D5AD-8A8C4AFD921C}"/>
              </a:ext>
            </a:extLst>
          </p:cNvPr>
          <p:cNvSpPr txBox="1"/>
          <p:nvPr/>
        </p:nvSpPr>
        <p:spPr>
          <a:xfrm>
            <a:off x="2517775" y="30862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EF48C2C-952B-7561-7A8D-746104C393E0}"/>
              </a:ext>
            </a:extLst>
          </p:cNvPr>
          <p:cNvSpPr txBox="1"/>
          <p:nvPr/>
        </p:nvSpPr>
        <p:spPr>
          <a:xfrm>
            <a:off x="2517775" y="331697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D275578-D1B9-A042-CE28-6544C5615413}"/>
              </a:ext>
            </a:extLst>
          </p:cNvPr>
          <p:cNvSpPr txBox="1"/>
          <p:nvPr/>
        </p:nvSpPr>
        <p:spPr>
          <a:xfrm>
            <a:off x="2517775" y="354767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626A8A2-CB04-E227-D037-A1F2B0148E9D}"/>
              </a:ext>
            </a:extLst>
          </p:cNvPr>
          <p:cNvSpPr txBox="1"/>
          <p:nvPr/>
        </p:nvSpPr>
        <p:spPr>
          <a:xfrm>
            <a:off x="2517775" y="37783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C74875E-F010-63C1-9793-98883383757D}"/>
              </a:ext>
            </a:extLst>
          </p:cNvPr>
          <p:cNvSpPr txBox="1"/>
          <p:nvPr/>
        </p:nvSpPr>
        <p:spPr>
          <a:xfrm>
            <a:off x="2517775" y="400906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E5E3114-2462-6D15-81B3-CB628AFA301F}"/>
              </a:ext>
            </a:extLst>
          </p:cNvPr>
          <p:cNvSpPr txBox="1"/>
          <p:nvPr/>
        </p:nvSpPr>
        <p:spPr>
          <a:xfrm>
            <a:off x="2517775" y="423976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30BB9B2-BCD7-EABF-0335-D437942D9A65}"/>
              </a:ext>
            </a:extLst>
          </p:cNvPr>
          <p:cNvSpPr txBox="1"/>
          <p:nvPr/>
        </p:nvSpPr>
        <p:spPr>
          <a:xfrm>
            <a:off x="2517775" y="447046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B2A6D75-19D8-14A1-2793-A065039EFC5E}"/>
              </a:ext>
            </a:extLst>
          </p:cNvPr>
          <p:cNvSpPr txBox="1"/>
          <p:nvPr/>
        </p:nvSpPr>
        <p:spPr>
          <a:xfrm>
            <a:off x="2517775" y="470116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B691E20-4B36-2602-54E4-B9DB2238EE4D}"/>
              </a:ext>
            </a:extLst>
          </p:cNvPr>
          <p:cNvSpPr txBox="1"/>
          <p:nvPr/>
        </p:nvSpPr>
        <p:spPr>
          <a:xfrm>
            <a:off x="2517775" y="493186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4689AAD-7526-09CE-C61C-E5C0912A0E24}"/>
              </a:ext>
            </a:extLst>
          </p:cNvPr>
          <p:cNvSpPr txBox="1"/>
          <p:nvPr/>
        </p:nvSpPr>
        <p:spPr>
          <a:xfrm>
            <a:off x="2517775" y="516255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0BF7473-2A0D-AD26-6488-2CE2E09058E0}"/>
              </a:ext>
            </a:extLst>
          </p:cNvPr>
          <p:cNvSpPr txBox="1"/>
          <p:nvPr/>
        </p:nvSpPr>
        <p:spPr>
          <a:xfrm>
            <a:off x="2517775" y="53932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AF03F81-1F28-6399-DDE1-3D86C93C09E2}"/>
              </a:ext>
            </a:extLst>
          </p:cNvPr>
          <p:cNvSpPr txBox="1"/>
          <p:nvPr/>
        </p:nvSpPr>
        <p:spPr>
          <a:xfrm>
            <a:off x="2517775" y="562395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B7E1F62-6D16-CC64-C3A3-B4D386EF69A2}"/>
              </a:ext>
            </a:extLst>
          </p:cNvPr>
          <p:cNvSpPr txBox="1"/>
          <p:nvPr/>
        </p:nvSpPr>
        <p:spPr>
          <a:xfrm>
            <a:off x="2517775" y="585465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214580A-1CA5-1072-F993-F67207914595}"/>
              </a:ext>
            </a:extLst>
          </p:cNvPr>
          <p:cNvSpPr txBox="1"/>
          <p:nvPr/>
        </p:nvSpPr>
        <p:spPr>
          <a:xfrm>
            <a:off x="3920763" y="147136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3163BA6-7AB6-D537-25F8-455C7658608A}"/>
              </a:ext>
            </a:extLst>
          </p:cNvPr>
          <p:cNvSpPr txBox="1"/>
          <p:nvPr/>
        </p:nvSpPr>
        <p:spPr>
          <a:xfrm>
            <a:off x="3920763" y="170205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A693C01-64D2-6C44-3760-7B6D9C7ADC1D}"/>
              </a:ext>
            </a:extLst>
          </p:cNvPr>
          <p:cNvSpPr txBox="1"/>
          <p:nvPr/>
        </p:nvSpPr>
        <p:spPr>
          <a:xfrm>
            <a:off x="3920763" y="19327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DB566DC-7289-8EBF-E61C-73CD6C740637}"/>
              </a:ext>
            </a:extLst>
          </p:cNvPr>
          <p:cNvSpPr txBox="1"/>
          <p:nvPr/>
        </p:nvSpPr>
        <p:spPr>
          <a:xfrm>
            <a:off x="3920763" y="216345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B4D3983-90D9-C5B0-AD09-9474ED4DE23F}"/>
              </a:ext>
            </a:extLst>
          </p:cNvPr>
          <p:cNvSpPr txBox="1"/>
          <p:nvPr/>
        </p:nvSpPr>
        <p:spPr>
          <a:xfrm>
            <a:off x="3920763" y="239415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3287381-F944-453E-57F8-CB7359F0BCF4}"/>
              </a:ext>
            </a:extLst>
          </p:cNvPr>
          <p:cNvSpPr txBox="1"/>
          <p:nvPr/>
        </p:nvSpPr>
        <p:spPr>
          <a:xfrm>
            <a:off x="3920763" y="26248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1B51138-9071-0D60-95B2-3D163BA72B7B}"/>
              </a:ext>
            </a:extLst>
          </p:cNvPr>
          <p:cNvSpPr txBox="1"/>
          <p:nvPr/>
        </p:nvSpPr>
        <p:spPr>
          <a:xfrm>
            <a:off x="3920763" y="285554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01DCDEC-4841-0525-E12C-9BE633E2C860}"/>
              </a:ext>
            </a:extLst>
          </p:cNvPr>
          <p:cNvSpPr txBox="1"/>
          <p:nvPr/>
        </p:nvSpPr>
        <p:spPr>
          <a:xfrm>
            <a:off x="3920763" y="308624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FF9ECB1-CEDB-C818-342D-986978E479AC}"/>
              </a:ext>
            </a:extLst>
          </p:cNvPr>
          <p:cNvSpPr txBox="1"/>
          <p:nvPr/>
        </p:nvSpPr>
        <p:spPr>
          <a:xfrm>
            <a:off x="3920763" y="331694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AE85CB4-7A8A-E8CE-ADF9-9E8C92E0F8B9}"/>
              </a:ext>
            </a:extLst>
          </p:cNvPr>
          <p:cNvSpPr txBox="1"/>
          <p:nvPr/>
        </p:nvSpPr>
        <p:spPr>
          <a:xfrm>
            <a:off x="3920763" y="354764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E2CAAD6-1078-E425-2E59-621EE8AF0F30}"/>
              </a:ext>
            </a:extLst>
          </p:cNvPr>
          <p:cNvSpPr txBox="1"/>
          <p:nvPr/>
        </p:nvSpPr>
        <p:spPr>
          <a:xfrm>
            <a:off x="3920763" y="377834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B2E38F7-7E64-8E34-25C7-B0F81435E212}"/>
              </a:ext>
            </a:extLst>
          </p:cNvPr>
          <p:cNvSpPr txBox="1"/>
          <p:nvPr/>
        </p:nvSpPr>
        <p:spPr>
          <a:xfrm>
            <a:off x="3920763" y="400903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516DF97-18B8-9FD2-A9C0-2257CF165EB0}"/>
              </a:ext>
            </a:extLst>
          </p:cNvPr>
          <p:cNvSpPr txBox="1"/>
          <p:nvPr/>
        </p:nvSpPr>
        <p:spPr>
          <a:xfrm>
            <a:off x="3920763" y="423973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D8ABDDC-247B-679F-E163-93A7937247BE}"/>
              </a:ext>
            </a:extLst>
          </p:cNvPr>
          <p:cNvSpPr txBox="1"/>
          <p:nvPr/>
        </p:nvSpPr>
        <p:spPr>
          <a:xfrm>
            <a:off x="3920763" y="447043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C91F619-DBCD-4E60-207A-0BB4E4EACFE9}"/>
              </a:ext>
            </a:extLst>
          </p:cNvPr>
          <p:cNvSpPr txBox="1"/>
          <p:nvPr/>
        </p:nvSpPr>
        <p:spPr>
          <a:xfrm>
            <a:off x="3920763" y="470113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4E94464-FA51-B7C7-F8AA-4401CC9C0B87}"/>
              </a:ext>
            </a:extLst>
          </p:cNvPr>
          <p:cNvSpPr txBox="1"/>
          <p:nvPr/>
        </p:nvSpPr>
        <p:spPr>
          <a:xfrm>
            <a:off x="3920763" y="493183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139E847-76BE-08DE-291B-06B70EE53345}"/>
              </a:ext>
            </a:extLst>
          </p:cNvPr>
          <p:cNvSpPr txBox="1"/>
          <p:nvPr/>
        </p:nvSpPr>
        <p:spPr>
          <a:xfrm>
            <a:off x="3920763" y="5162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88F01CB-6F4F-94D6-CD7C-D7E83ABF6A64}"/>
              </a:ext>
            </a:extLst>
          </p:cNvPr>
          <p:cNvSpPr txBox="1"/>
          <p:nvPr/>
        </p:nvSpPr>
        <p:spPr>
          <a:xfrm>
            <a:off x="3920763" y="539322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AD3C642-A582-9D5D-68AF-86F00909A322}"/>
              </a:ext>
            </a:extLst>
          </p:cNvPr>
          <p:cNvSpPr txBox="1"/>
          <p:nvPr/>
        </p:nvSpPr>
        <p:spPr>
          <a:xfrm>
            <a:off x="3920763" y="562392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4A4FA44-37AF-B3C9-B6F0-62543AB1D976}"/>
              </a:ext>
            </a:extLst>
          </p:cNvPr>
          <p:cNvSpPr txBox="1"/>
          <p:nvPr/>
        </p:nvSpPr>
        <p:spPr>
          <a:xfrm>
            <a:off x="3920763" y="585462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F5E571A-B790-57D1-2300-8417096BB094}"/>
              </a:ext>
            </a:extLst>
          </p:cNvPr>
          <p:cNvSpPr txBox="1"/>
          <p:nvPr/>
        </p:nvSpPr>
        <p:spPr>
          <a:xfrm>
            <a:off x="5295266" y="147393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BADF383-5C2D-F7B1-D446-4F2AE0727CBB}"/>
              </a:ext>
            </a:extLst>
          </p:cNvPr>
          <p:cNvSpPr txBox="1"/>
          <p:nvPr/>
        </p:nvSpPr>
        <p:spPr>
          <a:xfrm>
            <a:off x="5295266" y="17046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D1C4513-3325-F069-F78B-5319256DD572}"/>
              </a:ext>
            </a:extLst>
          </p:cNvPr>
          <p:cNvSpPr txBox="1"/>
          <p:nvPr/>
        </p:nvSpPr>
        <p:spPr>
          <a:xfrm>
            <a:off x="5295266" y="193532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66CD2F4-9FBD-DE1D-CC92-1C34E7584046}"/>
              </a:ext>
            </a:extLst>
          </p:cNvPr>
          <p:cNvSpPr txBox="1"/>
          <p:nvPr/>
        </p:nvSpPr>
        <p:spPr>
          <a:xfrm>
            <a:off x="5295266" y="216602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12E1902-CA4B-AE2B-7A24-0FC482AD7E3F}"/>
              </a:ext>
            </a:extLst>
          </p:cNvPr>
          <p:cNvSpPr txBox="1"/>
          <p:nvPr/>
        </p:nvSpPr>
        <p:spPr>
          <a:xfrm>
            <a:off x="5295266" y="239672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9833780-FCD3-EEDD-E4E1-7079693A8DAE}"/>
              </a:ext>
            </a:extLst>
          </p:cNvPr>
          <p:cNvSpPr txBox="1"/>
          <p:nvPr/>
        </p:nvSpPr>
        <p:spPr>
          <a:xfrm>
            <a:off x="5295266" y="262742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276E93E-9803-1E13-B5E1-675013503F5A}"/>
              </a:ext>
            </a:extLst>
          </p:cNvPr>
          <p:cNvSpPr txBox="1"/>
          <p:nvPr/>
        </p:nvSpPr>
        <p:spPr>
          <a:xfrm>
            <a:off x="5295266" y="28581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E6F454-E027-CEC7-C353-3A05AC0319F4}"/>
              </a:ext>
            </a:extLst>
          </p:cNvPr>
          <p:cNvSpPr txBox="1"/>
          <p:nvPr/>
        </p:nvSpPr>
        <p:spPr>
          <a:xfrm>
            <a:off x="5295266" y="308881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9D1FA28-21E9-C3E6-02E8-72AF4FB9D98F}"/>
              </a:ext>
            </a:extLst>
          </p:cNvPr>
          <p:cNvSpPr txBox="1"/>
          <p:nvPr/>
        </p:nvSpPr>
        <p:spPr>
          <a:xfrm>
            <a:off x="5295266" y="331951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473B355-5CBF-49EE-E028-BD9C30204B39}"/>
              </a:ext>
            </a:extLst>
          </p:cNvPr>
          <p:cNvSpPr txBox="1"/>
          <p:nvPr/>
        </p:nvSpPr>
        <p:spPr>
          <a:xfrm>
            <a:off x="5295266" y="355021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FE5474C-1094-C23F-6CEB-6DC9092838EB}"/>
              </a:ext>
            </a:extLst>
          </p:cNvPr>
          <p:cNvSpPr txBox="1"/>
          <p:nvPr/>
        </p:nvSpPr>
        <p:spPr>
          <a:xfrm>
            <a:off x="5295266" y="378091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8AAB716-948A-675D-2896-6DEC1B16A2A9}"/>
              </a:ext>
            </a:extLst>
          </p:cNvPr>
          <p:cNvSpPr txBox="1"/>
          <p:nvPr/>
        </p:nvSpPr>
        <p:spPr>
          <a:xfrm>
            <a:off x="5295266" y="40116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486F0BB-3E03-AB09-C3E6-A96B305F782D}"/>
              </a:ext>
            </a:extLst>
          </p:cNvPr>
          <p:cNvSpPr txBox="1"/>
          <p:nvPr/>
        </p:nvSpPr>
        <p:spPr>
          <a:xfrm>
            <a:off x="5295266" y="424230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B6A4B21-4F67-247A-359C-1E4CA0B96319}"/>
              </a:ext>
            </a:extLst>
          </p:cNvPr>
          <p:cNvSpPr txBox="1"/>
          <p:nvPr/>
        </p:nvSpPr>
        <p:spPr>
          <a:xfrm>
            <a:off x="5295266" y="447300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902F6D8-39F8-F0E9-8533-6FD8B51FC2DE}"/>
              </a:ext>
            </a:extLst>
          </p:cNvPr>
          <p:cNvSpPr txBox="1"/>
          <p:nvPr/>
        </p:nvSpPr>
        <p:spPr>
          <a:xfrm>
            <a:off x="5295266" y="470370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330A890-4548-1995-C544-141007420EA1}"/>
              </a:ext>
            </a:extLst>
          </p:cNvPr>
          <p:cNvSpPr txBox="1"/>
          <p:nvPr/>
        </p:nvSpPr>
        <p:spPr>
          <a:xfrm>
            <a:off x="5295266" y="493440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3436A4D-0615-52C5-8256-B841CC15B669}"/>
              </a:ext>
            </a:extLst>
          </p:cNvPr>
          <p:cNvSpPr txBox="1"/>
          <p:nvPr/>
        </p:nvSpPr>
        <p:spPr>
          <a:xfrm>
            <a:off x="5295266" y="51650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39B0C1E-4C60-6B17-730F-D5B76907FE00}"/>
              </a:ext>
            </a:extLst>
          </p:cNvPr>
          <p:cNvSpPr txBox="1"/>
          <p:nvPr/>
        </p:nvSpPr>
        <p:spPr>
          <a:xfrm>
            <a:off x="5295266" y="539579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122781F-9297-C3E7-470B-3A1612DEC4BA}"/>
              </a:ext>
            </a:extLst>
          </p:cNvPr>
          <p:cNvSpPr txBox="1"/>
          <p:nvPr/>
        </p:nvSpPr>
        <p:spPr>
          <a:xfrm>
            <a:off x="5295266" y="562649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A321D30-20F3-5246-7EAA-79520D1B28C2}"/>
              </a:ext>
            </a:extLst>
          </p:cNvPr>
          <p:cNvSpPr txBox="1"/>
          <p:nvPr/>
        </p:nvSpPr>
        <p:spPr>
          <a:xfrm>
            <a:off x="5295266" y="585719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07A6A41-6EE7-5078-A1CC-A6C95669EE99}"/>
              </a:ext>
            </a:extLst>
          </p:cNvPr>
          <p:cNvSpPr txBox="1"/>
          <p:nvPr/>
        </p:nvSpPr>
        <p:spPr>
          <a:xfrm>
            <a:off x="2219687" y="154074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01</a:t>
            </a:r>
            <a:endParaRPr lang="ko-KR" altLang="en-US" sz="1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F809FDD-5552-47CB-DAAB-C3ED1B3B9988}"/>
              </a:ext>
            </a:extLst>
          </p:cNvPr>
          <p:cNvSpPr txBox="1"/>
          <p:nvPr/>
        </p:nvSpPr>
        <p:spPr>
          <a:xfrm>
            <a:off x="2212976" y="176709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02</a:t>
            </a:r>
            <a:endParaRPr lang="ko-KR" altLang="en-US" sz="10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BF365F4-8E62-2FE4-1CCF-BB2B19FF49F1}"/>
              </a:ext>
            </a:extLst>
          </p:cNvPr>
          <p:cNvSpPr txBox="1"/>
          <p:nvPr/>
        </p:nvSpPr>
        <p:spPr>
          <a:xfrm>
            <a:off x="2209620" y="200189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03</a:t>
            </a:r>
            <a:endParaRPr lang="ko-KR" altLang="en-US" sz="10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2C77682-2216-0EA8-0EBA-C5B90E81E748}"/>
              </a:ext>
            </a:extLst>
          </p:cNvPr>
          <p:cNvSpPr txBox="1"/>
          <p:nvPr/>
        </p:nvSpPr>
        <p:spPr>
          <a:xfrm>
            <a:off x="2212067" y="222850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04</a:t>
            </a:r>
            <a:endParaRPr lang="ko-KR" altLang="en-US" sz="10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5A45CE3-267E-E255-21F3-5584B3775174}"/>
              </a:ext>
            </a:extLst>
          </p:cNvPr>
          <p:cNvSpPr txBox="1"/>
          <p:nvPr/>
        </p:nvSpPr>
        <p:spPr>
          <a:xfrm>
            <a:off x="2205356" y="24548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05</a:t>
            </a:r>
            <a:endParaRPr lang="ko-KR" altLang="en-US" sz="10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E9136D4-41E4-1207-696B-2BF25F0356DE}"/>
              </a:ext>
            </a:extLst>
          </p:cNvPr>
          <p:cNvSpPr txBox="1"/>
          <p:nvPr/>
        </p:nvSpPr>
        <p:spPr>
          <a:xfrm>
            <a:off x="2202000" y="268966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06</a:t>
            </a:r>
            <a:endParaRPr lang="ko-KR" altLang="en-US" sz="10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121E131-EE1C-3369-8E89-B4F34A7CA2E2}"/>
              </a:ext>
            </a:extLst>
          </p:cNvPr>
          <p:cNvSpPr txBox="1"/>
          <p:nvPr/>
        </p:nvSpPr>
        <p:spPr>
          <a:xfrm>
            <a:off x="2204447" y="29139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07</a:t>
            </a:r>
            <a:endParaRPr lang="ko-KR" altLang="en-US" sz="10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B9879560-9CD7-CC0E-8B03-4D2B13B17FDB}"/>
              </a:ext>
            </a:extLst>
          </p:cNvPr>
          <p:cNvSpPr txBox="1"/>
          <p:nvPr/>
        </p:nvSpPr>
        <p:spPr>
          <a:xfrm>
            <a:off x="2197736" y="314031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08</a:t>
            </a:r>
            <a:endParaRPr lang="ko-KR" altLang="en-US" sz="10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073A210-976C-8D5D-057C-1BCD26EEE127}"/>
              </a:ext>
            </a:extLst>
          </p:cNvPr>
          <p:cNvSpPr txBox="1"/>
          <p:nvPr/>
        </p:nvSpPr>
        <p:spPr>
          <a:xfrm>
            <a:off x="2194380" y="337511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09</a:t>
            </a:r>
            <a:endParaRPr lang="ko-KR" alt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D34260B-17D1-466B-0AA2-A80771C6353B}"/>
              </a:ext>
            </a:extLst>
          </p:cNvPr>
          <p:cNvSpPr txBox="1"/>
          <p:nvPr/>
        </p:nvSpPr>
        <p:spPr>
          <a:xfrm>
            <a:off x="2196827" y="360172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</a:t>
            </a:r>
            <a:endParaRPr lang="ko-KR" altLang="en-US" sz="10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3FFE74E3-9490-66F8-98B7-6D45991A65BA}"/>
              </a:ext>
            </a:extLst>
          </p:cNvPr>
          <p:cNvSpPr txBox="1"/>
          <p:nvPr/>
        </p:nvSpPr>
        <p:spPr>
          <a:xfrm>
            <a:off x="2190116" y="382807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0C46CFC-E77B-4773-EAFB-E3EC4DA371F6}"/>
              </a:ext>
            </a:extLst>
          </p:cNvPr>
          <p:cNvSpPr txBox="1"/>
          <p:nvPr/>
        </p:nvSpPr>
        <p:spPr>
          <a:xfrm>
            <a:off x="2186760" y="406288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12</a:t>
            </a:r>
            <a:endParaRPr lang="ko-KR" altLang="en-US" sz="1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FDB6CF2-764E-9D62-BE84-227FA16E43EC}"/>
              </a:ext>
            </a:extLst>
          </p:cNvPr>
          <p:cNvSpPr txBox="1"/>
          <p:nvPr/>
        </p:nvSpPr>
        <p:spPr>
          <a:xfrm>
            <a:off x="2197736" y="43038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13</a:t>
            </a:r>
            <a:endParaRPr lang="ko-KR" altLang="en-US" sz="10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19F56581-2A55-5780-B8D8-D68F117C8BC5}"/>
              </a:ext>
            </a:extLst>
          </p:cNvPr>
          <p:cNvSpPr txBox="1"/>
          <p:nvPr/>
        </p:nvSpPr>
        <p:spPr>
          <a:xfrm>
            <a:off x="2194380" y="453868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14</a:t>
            </a:r>
            <a:endParaRPr lang="ko-KR" altLang="en-US" sz="10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9654B39-CAFA-9810-462A-B2117E199576}"/>
              </a:ext>
            </a:extLst>
          </p:cNvPr>
          <p:cNvSpPr txBox="1"/>
          <p:nvPr/>
        </p:nvSpPr>
        <p:spPr>
          <a:xfrm>
            <a:off x="2196827" y="47629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15</a:t>
            </a:r>
            <a:endParaRPr lang="ko-KR" altLang="en-US" sz="10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56133DB-F8F0-960F-9406-C39895DCE4B1}"/>
              </a:ext>
            </a:extLst>
          </p:cNvPr>
          <p:cNvSpPr txBox="1"/>
          <p:nvPr/>
        </p:nvSpPr>
        <p:spPr>
          <a:xfrm>
            <a:off x="2190116" y="498933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16</a:t>
            </a:r>
            <a:endParaRPr lang="ko-KR" altLang="en-US" sz="10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B457FAA-6A84-1456-0A6F-2016E1FBED0C}"/>
              </a:ext>
            </a:extLst>
          </p:cNvPr>
          <p:cNvSpPr txBox="1"/>
          <p:nvPr/>
        </p:nvSpPr>
        <p:spPr>
          <a:xfrm>
            <a:off x="2186760" y="522413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17</a:t>
            </a:r>
            <a:endParaRPr lang="ko-KR" altLang="en-US" sz="10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F3F9801-1A68-0170-1666-C7618FF2B92B}"/>
              </a:ext>
            </a:extLst>
          </p:cNvPr>
          <p:cNvSpPr txBox="1"/>
          <p:nvPr/>
        </p:nvSpPr>
        <p:spPr>
          <a:xfrm>
            <a:off x="2189207" y="545074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18</a:t>
            </a:r>
            <a:endParaRPr lang="ko-KR" altLang="en-US" sz="10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46E8A4B-ACB2-7872-210C-94A42F6AA1D9}"/>
              </a:ext>
            </a:extLst>
          </p:cNvPr>
          <p:cNvSpPr txBox="1"/>
          <p:nvPr/>
        </p:nvSpPr>
        <p:spPr>
          <a:xfrm>
            <a:off x="2182496" y="567709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19</a:t>
            </a:r>
            <a:endParaRPr lang="ko-KR" altLang="en-US" sz="10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8BC6177-95CB-0AD8-A295-6247E62420F7}"/>
              </a:ext>
            </a:extLst>
          </p:cNvPr>
          <p:cNvSpPr txBox="1"/>
          <p:nvPr/>
        </p:nvSpPr>
        <p:spPr>
          <a:xfrm>
            <a:off x="2179140" y="591189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</a:t>
            </a:r>
            <a:endParaRPr lang="ko-KR" altLang="en-US" sz="10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C1A54A22-96E0-5AC0-9984-35831630648E}"/>
              </a:ext>
            </a:extLst>
          </p:cNvPr>
          <p:cNvSpPr txBox="1"/>
          <p:nvPr/>
        </p:nvSpPr>
        <p:spPr>
          <a:xfrm>
            <a:off x="3614147" y="153312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21</a:t>
            </a:r>
            <a:endParaRPr lang="ko-KR" altLang="en-US" sz="10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2FBE0BB-E89A-DD97-6F54-E7462A9C6CAA}"/>
              </a:ext>
            </a:extLst>
          </p:cNvPr>
          <p:cNvSpPr txBox="1"/>
          <p:nvPr/>
        </p:nvSpPr>
        <p:spPr>
          <a:xfrm>
            <a:off x="3607436" y="175947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22</a:t>
            </a:r>
            <a:endParaRPr lang="ko-KR" altLang="en-US" sz="10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281E8A9-F8B1-0CB0-E630-716FF2F66EFB}"/>
              </a:ext>
            </a:extLst>
          </p:cNvPr>
          <p:cNvSpPr txBox="1"/>
          <p:nvPr/>
        </p:nvSpPr>
        <p:spPr>
          <a:xfrm>
            <a:off x="3604080" y="199427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23</a:t>
            </a:r>
            <a:endParaRPr lang="ko-KR" altLang="en-US" sz="10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8DA458D-F4A5-C951-210B-47B8A68DC173}"/>
              </a:ext>
            </a:extLst>
          </p:cNvPr>
          <p:cNvSpPr txBox="1"/>
          <p:nvPr/>
        </p:nvSpPr>
        <p:spPr>
          <a:xfrm>
            <a:off x="3606527" y="222088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24</a:t>
            </a:r>
            <a:endParaRPr lang="ko-KR" altLang="en-US" sz="10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AE1BF78-B7D6-5729-11BD-3CE48D1F7ADE}"/>
              </a:ext>
            </a:extLst>
          </p:cNvPr>
          <p:cNvSpPr txBox="1"/>
          <p:nvPr/>
        </p:nvSpPr>
        <p:spPr>
          <a:xfrm>
            <a:off x="3599816" y="244724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</a:t>
            </a:r>
            <a:endParaRPr lang="ko-KR" altLang="en-US" sz="10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FAD7438-E893-874C-45A9-67B83EFF08F0}"/>
              </a:ext>
            </a:extLst>
          </p:cNvPr>
          <p:cNvSpPr txBox="1"/>
          <p:nvPr/>
        </p:nvSpPr>
        <p:spPr>
          <a:xfrm>
            <a:off x="3596460" y="268204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26</a:t>
            </a:r>
            <a:endParaRPr lang="ko-KR" altLang="en-US" sz="10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C117825-57C2-0260-2B3B-860D6795E214}"/>
              </a:ext>
            </a:extLst>
          </p:cNvPr>
          <p:cNvSpPr txBox="1"/>
          <p:nvPr/>
        </p:nvSpPr>
        <p:spPr>
          <a:xfrm>
            <a:off x="3598907" y="290634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27</a:t>
            </a:r>
            <a:endParaRPr lang="ko-KR" altLang="en-US" sz="10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359667D-7B98-92AC-6177-A5540F6B4858}"/>
              </a:ext>
            </a:extLst>
          </p:cNvPr>
          <p:cNvSpPr txBox="1"/>
          <p:nvPr/>
        </p:nvSpPr>
        <p:spPr>
          <a:xfrm>
            <a:off x="3592196" y="313269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28</a:t>
            </a:r>
            <a:endParaRPr lang="ko-KR" altLang="en-US" sz="10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CA5C4657-9455-B14E-EAB8-B9EE6A6324B1}"/>
              </a:ext>
            </a:extLst>
          </p:cNvPr>
          <p:cNvSpPr txBox="1"/>
          <p:nvPr/>
        </p:nvSpPr>
        <p:spPr>
          <a:xfrm>
            <a:off x="3588840" y="336749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29</a:t>
            </a:r>
            <a:endParaRPr lang="ko-KR" altLang="en-US" sz="10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4553963-8179-A2A8-B4AD-E09573CFFCA6}"/>
              </a:ext>
            </a:extLst>
          </p:cNvPr>
          <p:cNvSpPr txBox="1"/>
          <p:nvPr/>
        </p:nvSpPr>
        <p:spPr>
          <a:xfrm>
            <a:off x="3591287" y="359410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30</a:t>
            </a:r>
            <a:endParaRPr lang="ko-KR" altLang="en-US" sz="10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816B1B8-CC6F-FE12-84E2-3146B80B4515}"/>
              </a:ext>
            </a:extLst>
          </p:cNvPr>
          <p:cNvSpPr txBox="1"/>
          <p:nvPr/>
        </p:nvSpPr>
        <p:spPr>
          <a:xfrm>
            <a:off x="3584576" y="382045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31</a:t>
            </a:r>
            <a:endParaRPr lang="ko-KR" altLang="en-US" sz="10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0EB129B9-FCD8-F483-C89C-C1B0E55E2932}"/>
              </a:ext>
            </a:extLst>
          </p:cNvPr>
          <p:cNvSpPr txBox="1"/>
          <p:nvPr/>
        </p:nvSpPr>
        <p:spPr>
          <a:xfrm>
            <a:off x="3581220" y="405526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32</a:t>
            </a:r>
            <a:endParaRPr lang="ko-KR" altLang="en-US" sz="10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3F8E1A6-9350-7D2B-36A6-67AE2550EB23}"/>
              </a:ext>
            </a:extLst>
          </p:cNvPr>
          <p:cNvSpPr txBox="1"/>
          <p:nvPr/>
        </p:nvSpPr>
        <p:spPr>
          <a:xfrm>
            <a:off x="3592196" y="429625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33</a:t>
            </a:r>
            <a:endParaRPr lang="ko-KR" altLang="en-US" sz="10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CFF64815-2D19-FEE7-C2C0-F77610589FC8}"/>
              </a:ext>
            </a:extLst>
          </p:cNvPr>
          <p:cNvSpPr txBox="1"/>
          <p:nvPr/>
        </p:nvSpPr>
        <p:spPr>
          <a:xfrm>
            <a:off x="3588840" y="453106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34</a:t>
            </a:r>
            <a:endParaRPr lang="ko-KR" altLang="en-US" sz="10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765A50E4-A6A8-08DB-E589-534A81BF0C4C}"/>
              </a:ext>
            </a:extLst>
          </p:cNvPr>
          <p:cNvSpPr txBox="1"/>
          <p:nvPr/>
        </p:nvSpPr>
        <p:spPr>
          <a:xfrm>
            <a:off x="3591287" y="475535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35</a:t>
            </a:r>
            <a:endParaRPr lang="ko-KR" altLang="en-US" sz="10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67DA974D-7161-B409-ECD2-8547A5ACBF89}"/>
              </a:ext>
            </a:extLst>
          </p:cNvPr>
          <p:cNvSpPr txBox="1"/>
          <p:nvPr/>
        </p:nvSpPr>
        <p:spPr>
          <a:xfrm>
            <a:off x="3584576" y="498171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36</a:t>
            </a:r>
            <a:endParaRPr lang="ko-KR" altLang="en-US" sz="10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B1BF940-B75D-A04B-2C29-BA235529D86B}"/>
              </a:ext>
            </a:extLst>
          </p:cNvPr>
          <p:cNvSpPr txBox="1"/>
          <p:nvPr/>
        </p:nvSpPr>
        <p:spPr>
          <a:xfrm>
            <a:off x="3581220" y="521651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37</a:t>
            </a:r>
            <a:endParaRPr lang="ko-KR" altLang="en-US" sz="10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7CA192B1-6AE3-7E6D-6222-586999464636}"/>
              </a:ext>
            </a:extLst>
          </p:cNvPr>
          <p:cNvSpPr txBox="1"/>
          <p:nvPr/>
        </p:nvSpPr>
        <p:spPr>
          <a:xfrm>
            <a:off x="3583667" y="544312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38</a:t>
            </a:r>
            <a:endParaRPr lang="ko-KR" altLang="en-US" sz="10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4E40D011-39B2-354B-BB45-5EBB1F80A45B}"/>
              </a:ext>
            </a:extLst>
          </p:cNvPr>
          <p:cNvSpPr txBox="1"/>
          <p:nvPr/>
        </p:nvSpPr>
        <p:spPr>
          <a:xfrm>
            <a:off x="3576956" y="566947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39</a:t>
            </a:r>
            <a:endParaRPr lang="ko-KR" altLang="en-US" sz="10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E9E20FB-7A73-1CFA-EF27-2F3DE55376F5}"/>
              </a:ext>
            </a:extLst>
          </p:cNvPr>
          <p:cNvSpPr txBox="1"/>
          <p:nvPr/>
        </p:nvSpPr>
        <p:spPr>
          <a:xfrm>
            <a:off x="3573600" y="590427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40</a:t>
            </a:r>
            <a:endParaRPr lang="ko-KR" altLang="en-US" sz="10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BDD7D2FA-09E7-605F-7F73-1614C8F8C7D4}"/>
              </a:ext>
            </a:extLst>
          </p:cNvPr>
          <p:cNvSpPr txBox="1"/>
          <p:nvPr/>
        </p:nvSpPr>
        <p:spPr>
          <a:xfrm>
            <a:off x="4993367" y="154074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41</a:t>
            </a:r>
            <a:endParaRPr lang="ko-KR" altLang="en-US" sz="10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CB192ED-E3B0-3033-CC67-B5BA4121C543}"/>
              </a:ext>
            </a:extLst>
          </p:cNvPr>
          <p:cNvSpPr txBox="1"/>
          <p:nvPr/>
        </p:nvSpPr>
        <p:spPr>
          <a:xfrm>
            <a:off x="4986656" y="176709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42</a:t>
            </a:r>
            <a:endParaRPr lang="ko-KR" altLang="en-US" sz="10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235BB29-BEC1-82D3-8707-6541766F700D}"/>
              </a:ext>
            </a:extLst>
          </p:cNvPr>
          <p:cNvSpPr txBox="1"/>
          <p:nvPr/>
        </p:nvSpPr>
        <p:spPr>
          <a:xfrm>
            <a:off x="4983300" y="200189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43</a:t>
            </a:r>
            <a:endParaRPr lang="ko-KR" altLang="en-US" sz="10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DA40F97-24F6-3F74-DD91-B4AAD2DAE9CD}"/>
              </a:ext>
            </a:extLst>
          </p:cNvPr>
          <p:cNvSpPr txBox="1"/>
          <p:nvPr/>
        </p:nvSpPr>
        <p:spPr>
          <a:xfrm>
            <a:off x="4985747" y="222850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44</a:t>
            </a:r>
            <a:endParaRPr lang="ko-KR" altLang="en-US" sz="10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0FBAED0-41F9-8FC9-9742-D36A7B5F3E34}"/>
              </a:ext>
            </a:extLst>
          </p:cNvPr>
          <p:cNvSpPr txBox="1"/>
          <p:nvPr/>
        </p:nvSpPr>
        <p:spPr>
          <a:xfrm>
            <a:off x="4979036" y="24548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45</a:t>
            </a:r>
            <a:endParaRPr lang="ko-KR" altLang="en-US" sz="10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F40C389C-0ADA-321A-10C5-648199791C8F}"/>
              </a:ext>
            </a:extLst>
          </p:cNvPr>
          <p:cNvSpPr txBox="1"/>
          <p:nvPr/>
        </p:nvSpPr>
        <p:spPr>
          <a:xfrm>
            <a:off x="4975680" y="268966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46</a:t>
            </a:r>
            <a:endParaRPr lang="ko-KR" altLang="en-US" sz="10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1EF33A2A-173C-F063-D832-0BF72A05920F}"/>
              </a:ext>
            </a:extLst>
          </p:cNvPr>
          <p:cNvSpPr txBox="1"/>
          <p:nvPr/>
        </p:nvSpPr>
        <p:spPr>
          <a:xfrm>
            <a:off x="4978127" y="29139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47</a:t>
            </a:r>
            <a:endParaRPr lang="ko-KR" altLang="en-US" sz="10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5D07253-F297-2E89-83E9-539739BEDD3A}"/>
              </a:ext>
            </a:extLst>
          </p:cNvPr>
          <p:cNvSpPr txBox="1"/>
          <p:nvPr/>
        </p:nvSpPr>
        <p:spPr>
          <a:xfrm>
            <a:off x="4971416" y="314031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48</a:t>
            </a:r>
            <a:endParaRPr lang="ko-KR" altLang="en-US" sz="10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DA8361D-EEA6-75A2-226B-1F50A7E0675F}"/>
              </a:ext>
            </a:extLst>
          </p:cNvPr>
          <p:cNvSpPr txBox="1"/>
          <p:nvPr/>
        </p:nvSpPr>
        <p:spPr>
          <a:xfrm>
            <a:off x="4968060" y="337511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49</a:t>
            </a:r>
            <a:endParaRPr lang="ko-KR" altLang="en-US" sz="10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F76B7A0-43D2-BF66-C3B7-809051D8845E}"/>
              </a:ext>
            </a:extLst>
          </p:cNvPr>
          <p:cNvSpPr txBox="1"/>
          <p:nvPr/>
        </p:nvSpPr>
        <p:spPr>
          <a:xfrm>
            <a:off x="4970507" y="360172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50</a:t>
            </a:r>
            <a:endParaRPr lang="ko-KR" altLang="en-US" sz="10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799B08-8DA8-1AEC-7F00-A39B4C7C16FB}"/>
              </a:ext>
            </a:extLst>
          </p:cNvPr>
          <p:cNvSpPr txBox="1"/>
          <p:nvPr/>
        </p:nvSpPr>
        <p:spPr>
          <a:xfrm>
            <a:off x="4963796" y="382807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51</a:t>
            </a:r>
            <a:endParaRPr lang="ko-KR" altLang="en-US" sz="10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F80AAD2-D835-D19F-67D1-626FB29C0691}"/>
              </a:ext>
            </a:extLst>
          </p:cNvPr>
          <p:cNvSpPr txBox="1"/>
          <p:nvPr/>
        </p:nvSpPr>
        <p:spPr>
          <a:xfrm>
            <a:off x="4960440" y="406288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52</a:t>
            </a:r>
            <a:endParaRPr lang="ko-KR" altLang="en-US" sz="10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8963DEB0-CCFF-0871-A4AE-5D58B3C3222A}"/>
              </a:ext>
            </a:extLst>
          </p:cNvPr>
          <p:cNvSpPr txBox="1"/>
          <p:nvPr/>
        </p:nvSpPr>
        <p:spPr>
          <a:xfrm>
            <a:off x="4971416" y="43038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53</a:t>
            </a:r>
            <a:endParaRPr lang="ko-KR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4868DF9-52DC-C5DD-A038-F7F3E20998A6}"/>
              </a:ext>
            </a:extLst>
          </p:cNvPr>
          <p:cNvSpPr txBox="1"/>
          <p:nvPr/>
        </p:nvSpPr>
        <p:spPr>
          <a:xfrm>
            <a:off x="4968060" y="453868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54</a:t>
            </a:r>
            <a:endParaRPr lang="ko-KR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91F8DE8-5E11-CEB7-03D6-C1BDDCBE351A}"/>
              </a:ext>
            </a:extLst>
          </p:cNvPr>
          <p:cNvSpPr txBox="1"/>
          <p:nvPr/>
        </p:nvSpPr>
        <p:spPr>
          <a:xfrm>
            <a:off x="4970507" y="47629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55</a:t>
            </a:r>
            <a:endParaRPr lang="ko-KR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2CDED41A-092E-1C11-F91C-951F7528FC5E}"/>
              </a:ext>
            </a:extLst>
          </p:cNvPr>
          <p:cNvSpPr txBox="1"/>
          <p:nvPr/>
        </p:nvSpPr>
        <p:spPr>
          <a:xfrm>
            <a:off x="4963796" y="498933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56</a:t>
            </a:r>
            <a:endParaRPr lang="ko-KR" altLang="en-US" sz="1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D52231F9-6DDF-3D6E-8C87-8E2C2B048C3E}"/>
              </a:ext>
            </a:extLst>
          </p:cNvPr>
          <p:cNvSpPr txBox="1"/>
          <p:nvPr/>
        </p:nvSpPr>
        <p:spPr>
          <a:xfrm>
            <a:off x="4960440" y="522413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57</a:t>
            </a:r>
            <a:endParaRPr lang="ko-KR" altLang="en-US" sz="10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6C35D970-19B9-BA08-4DBE-B2D5DBFEFB4A}"/>
              </a:ext>
            </a:extLst>
          </p:cNvPr>
          <p:cNvSpPr txBox="1"/>
          <p:nvPr/>
        </p:nvSpPr>
        <p:spPr>
          <a:xfrm>
            <a:off x="4962887" y="545074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58</a:t>
            </a:r>
            <a:endParaRPr lang="ko-KR" altLang="en-US" sz="10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F199986-A59C-3491-4B97-A8EF8F42385B}"/>
              </a:ext>
            </a:extLst>
          </p:cNvPr>
          <p:cNvSpPr txBox="1"/>
          <p:nvPr/>
        </p:nvSpPr>
        <p:spPr>
          <a:xfrm>
            <a:off x="4956176" y="567709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59</a:t>
            </a:r>
            <a:endParaRPr lang="ko-KR" altLang="en-US" sz="10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C07AAD85-F8AD-4BB4-53C3-D93CCB47F749}"/>
              </a:ext>
            </a:extLst>
          </p:cNvPr>
          <p:cNvSpPr txBox="1"/>
          <p:nvPr/>
        </p:nvSpPr>
        <p:spPr>
          <a:xfrm>
            <a:off x="4952820" y="591189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60</a:t>
            </a:r>
            <a:endParaRPr lang="ko-KR" altLang="en-US" sz="1000" dirty="0"/>
          </a:p>
        </p:txBody>
      </p: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C63BCE9-9659-E6A5-4A84-EF4C23DABEEB}"/>
              </a:ext>
            </a:extLst>
          </p:cNvPr>
          <p:cNvCxnSpPr>
            <a:cxnSpLocks/>
          </p:cNvCxnSpPr>
          <p:nvPr/>
        </p:nvCxnSpPr>
        <p:spPr>
          <a:xfrm>
            <a:off x="2202000" y="2688949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016A13E5-9A72-F600-6B45-24661330FFD7}"/>
              </a:ext>
            </a:extLst>
          </p:cNvPr>
          <p:cNvCxnSpPr>
            <a:cxnSpLocks/>
          </p:cNvCxnSpPr>
          <p:nvPr/>
        </p:nvCxnSpPr>
        <p:spPr>
          <a:xfrm>
            <a:off x="2270987" y="3842453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F1A0FBB6-7DB9-1ADF-8F00-87D883314469}"/>
              </a:ext>
            </a:extLst>
          </p:cNvPr>
          <p:cNvCxnSpPr>
            <a:cxnSpLocks/>
          </p:cNvCxnSpPr>
          <p:nvPr/>
        </p:nvCxnSpPr>
        <p:spPr>
          <a:xfrm>
            <a:off x="2219687" y="4992150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97B060E1-CF85-031E-2E86-6A0480F30489}"/>
              </a:ext>
            </a:extLst>
          </p:cNvPr>
          <p:cNvSpPr txBox="1"/>
          <p:nvPr/>
        </p:nvSpPr>
        <p:spPr>
          <a:xfrm>
            <a:off x="2197736" y="6173025"/>
            <a:ext cx="63080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*</a:t>
            </a:r>
            <a:r>
              <a:rPr lang="ko-KR" altLang="en-US" sz="1050" dirty="0"/>
              <a:t>문항번호를 클릭하면 해당 문항으로 이동합니다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F3BEDEF6-1F7D-CBBC-22B0-9F4C03CCFD1B}"/>
              </a:ext>
            </a:extLst>
          </p:cNvPr>
          <p:cNvSpPr/>
          <p:nvPr/>
        </p:nvSpPr>
        <p:spPr>
          <a:xfrm>
            <a:off x="2604664" y="1595449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0F884F8-FF58-009C-969D-4EDD76D8916F}"/>
              </a:ext>
            </a:extLst>
          </p:cNvPr>
          <p:cNvSpPr/>
          <p:nvPr/>
        </p:nvSpPr>
        <p:spPr>
          <a:xfrm>
            <a:off x="2858499" y="2079855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996AF5-2BFC-5211-878E-48F8FADE9284}"/>
              </a:ext>
            </a:extLst>
          </p:cNvPr>
          <p:cNvSpPr/>
          <p:nvPr/>
        </p:nvSpPr>
        <p:spPr>
          <a:xfrm>
            <a:off x="108030" y="6413500"/>
            <a:ext cx="10531395" cy="485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2B732D-30C3-4C90-F6CB-73C3F6F56759}"/>
              </a:ext>
            </a:extLst>
          </p:cNvPr>
          <p:cNvSpPr/>
          <p:nvPr/>
        </p:nvSpPr>
        <p:spPr>
          <a:xfrm>
            <a:off x="8267700" y="6515100"/>
            <a:ext cx="2260600" cy="355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최종 제출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27BCE9-FE4D-F3F0-A2CB-30B173C48A2C}"/>
              </a:ext>
            </a:extLst>
          </p:cNvPr>
          <p:cNvSpPr/>
          <p:nvPr/>
        </p:nvSpPr>
        <p:spPr>
          <a:xfrm>
            <a:off x="257175" y="6491137"/>
            <a:ext cx="1597025" cy="355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수정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A9C7ED9-C81A-6DBD-8610-F5B979D41F71}"/>
              </a:ext>
            </a:extLst>
          </p:cNvPr>
          <p:cNvSpPr/>
          <p:nvPr/>
        </p:nvSpPr>
        <p:spPr>
          <a:xfrm>
            <a:off x="2517775" y="1767095"/>
            <a:ext cx="1120140" cy="230474"/>
          </a:xfrm>
          <a:prstGeom prst="ellipse">
            <a:avLst/>
          </a:prstGeom>
          <a:solidFill>
            <a:srgbClr val="FFC000">
              <a:alpha val="4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7C8C00F-1989-9DD1-8B0C-06C46AEBC771}"/>
              </a:ext>
            </a:extLst>
          </p:cNvPr>
          <p:cNvCxnSpPr>
            <a:stCxn id="8" idx="6"/>
          </p:cNvCxnSpPr>
          <p:nvPr/>
        </p:nvCxnSpPr>
        <p:spPr>
          <a:xfrm>
            <a:off x="3637915" y="1882332"/>
            <a:ext cx="4820285" cy="145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524F11-3052-ED5D-1911-EDF98356FA4C}"/>
              </a:ext>
            </a:extLst>
          </p:cNvPr>
          <p:cNvSpPr txBox="1"/>
          <p:nvPr/>
        </p:nvSpPr>
        <p:spPr>
          <a:xfrm>
            <a:off x="8432800" y="1796770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마킹이 안된 문제 노란색 처리</a:t>
            </a: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E9B1C4E-C992-9389-AA85-0F8F9C8777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2130FF-1F09-126B-CBD3-4211FEFDC62D}"/>
              </a:ext>
            </a:extLst>
          </p:cNvPr>
          <p:cNvSpPr/>
          <p:nvPr/>
        </p:nvSpPr>
        <p:spPr>
          <a:xfrm>
            <a:off x="3509917" y="3090114"/>
            <a:ext cx="5419725" cy="1280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F785E5-F92D-AA7A-4591-5AAA6A139A1A}"/>
              </a:ext>
            </a:extLst>
          </p:cNvPr>
          <p:cNvSpPr/>
          <p:nvPr/>
        </p:nvSpPr>
        <p:spPr>
          <a:xfrm>
            <a:off x="3505200" y="2719562"/>
            <a:ext cx="5422900" cy="3666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제출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C67DC1-C1E6-6E44-398B-25DD4B92AEA4}"/>
              </a:ext>
            </a:extLst>
          </p:cNvPr>
          <p:cNvSpPr txBox="1"/>
          <p:nvPr/>
        </p:nvSpPr>
        <p:spPr>
          <a:xfrm>
            <a:off x="4540567" y="3199222"/>
            <a:ext cx="3238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모든 문제를 풀지 않았습니다</a:t>
            </a:r>
            <a:r>
              <a:rPr lang="en-US" altLang="ko-KR" dirty="0"/>
              <a:t>. </a:t>
            </a:r>
          </a:p>
          <a:p>
            <a:pPr algn="ctr"/>
            <a:r>
              <a:rPr lang="ko-KR" altLang="en-US" dirty="0"/>
              <a:t>이대로 </a:t>
            </a:r>
            <a:r>
              <a:rPr lang="ko-KR" altLang="en-US" dirty="0" err="1"/>
              <a:t>제출하시겠습니까</a:t>
            </a:r>
            <a:r>
              <a:rPr lang="en-US" altLang="ko-KR" dirty="0"/>
              <a:t>?</a:t>
            </a:r>
          </a:p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B51A6E8-E209-FAA9-8F4E-235E197DBD15}"/>
              </a:ext>
            </a:extLst>
          </p:cNvPr>
          <p:cNvSpPr/>
          <p:nvPr/>
        </p:nvSpPr>
        <p:spPr>
          <a:xfrm>
            <a:off x="4994275" y="3924932"/>
            <a:ext cx="1057275" cy="2762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남은문제</a:t>
            </a:r>
            <a:r>
              <a:rPr lang="en-US" altLang="ko-KR" sz="1200" dirty="0">
                <a:solidFill>
                  <a:schemeClr val="bg1"/>
                </a:solidFill>
              </a:rPr>
              <a:t>(N)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C3FCC1-7DA6-E51A-4F0B-159528AD1A63}"/>
              </a:ext>
            </a:extLst>
          </p:cNvPr>
          <p:cNvSpPr/>
          <p:nvPr/>
        </p:nvSpPr>
        <p:spPr>
          <a:xfrm>
            <a:off x="6400165" y="3919690"/>
            <a:ext cx="1113428" cy="2914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확인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DB50C64-E7EE-10C9-502A-1EC5F181F64A}"/>
              </a:ext>
            </a:extLst>
          </p:cNvPr>
          <p:cNvSpPr/>
          <p:nvPr/>
        </p:nvSpPr>
        <p:spPr>
          <a:xfrm>
            <a:off x="108030" y="1115760"/>
            <a:ext cx="1781413" cy="355600"/>
          </a:xfrm>
          <a:prstGeom prst="rect">
            <a:avLst/>
          </a:prstGeom>
          <a:solidFill>
            <a:srgbClr val="009D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수험자</a:t>
            </a:r>
            <a:r>
              <a:rPr lang="ko-KR" altLang="en-US" sz="1400" dirty="0"/>
              <a:t> 정보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BA0949E-F793-C645-B63B-951AB7D27BF4}"/>
              </a:ext>
            </a:extLst>
          </p:cNvPr>
          <p:cNvSpPr/>
          <p:nvPr/>
        </p:nvSpPr>
        <p:spPr>
          <a:xfrm>
            <a:off x="108030" y="1480885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C27F9A4-010D-7013-AA94-5056A23B50B0}"/>
              </a:ext>
            </a:extLst>
          </p:cNvPr>
          <p:cNvSpPr/>
          <p:nvPr/>
        </p:nvSpPr>
        <p:spPr>
          <a:xfrm>
            <a:off x="108030" y="2174627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AC91F0-385E-E1AC-C357-885BF1B3A205}"/>
              </a:ext>
            </a:extLst>
          </p:cNvPr>
          <p:cNvSpPr/>
          <p:nvPr/>
        </p:nvSpPr>
        <p:spPr>
          <a:xfrm>
            <a:off x="108030" y="2855548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492004-37B9-CEAE-CF30-698055F318B6}"/>
              </a:ext>
            </a:extLst>
          </p:cNvPr>
          <p:cNvSpPr txBox="1"/>
          <p:nvPr/>
        </p:nvSpPr>
        <p:spPr>
          <a:xfrm>
            <a:off x="101318" y="1701924"/>
            <a:ext cx="736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시험명</a:t>
            </a:r>
            <a:endParaRPr lang="ko-KR" alt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48CDB4-465E-B2DC-19EE-73E57137AFE0}"/>
              </a:ext>
            </a:extLst>
          </p:cNvPr>
          <p:cNvSpPr txBox="1"/>
          <p:nvPr/>
        </p:nvSpPr>
        <p:spPr>
          <a:xfrm>
            <a:off x="19050" y="2359313"/>
            <a:ext cx="69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시행일자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728232-FC2D-9823-6C8B-302C5AF46508}"/>
              </a:ext>
            </a:extLst>
          </p:cNvPr>
          <p:cNvSpPr txBox="1"/>
          <p:nvPr/>
        </p:nvSpPr>
        <p:spPr>
          <a:xfrm>
            <a:off x="19050" y="3148006"/>
            <a:ext cx="69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남은시간</a:t>
            </a:r>
            <a:endParaRPr lang="ko-KR" altLang="en-US" sz="9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FF1E35-1EF5-BCC0-EE02-DC26FE658AC9}"/>
              </a:ext>
            </a:extLst>
          </p:cNvPr>
          <p:cNvSpPr/>
          <p:nvPr/>
        </p:nvSpPr>
        <p:spPr>
          <a:xfrm>
            <a:off x="609600" y="1490410"/>
            <a:ext cx="1290047" cy="2057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AE74C-C6E8-6B7A-504E-F349C2554173}"/>
              </a:ext>
            </a:extLst>
          </p:cNvPr>
          <p:cNvSpPr txBox="1"/>
          <p:nvPr/>
        </p:nvSpPr>
        <p:spPr>
          <a:xfrm>
            <a:off x="648606" y="1702058"/>
            <a:ext cx="932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전기기능사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9B4653-C9F8-44FF-0E56-F2EE4B80285C}"/>
              </a:ext>
            </a:extLst>
          </p:cNvPr>
          <p:cNvSpPr txBox="1"/>
          <p:nvPr/>
        </p:nvSpPr>
        <p:spPr>
          <a:xfrm>
            <a:off x="653234" y="2326159"/>
            <a:ext cx="932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2026-xx-xx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5F3C58-0334-796C-9FC0-F6C509086DA4}"/>
              </a:ext>
            </a:extLst>
          </p:cNvPr>
          <p:cNvSpPr txBox="1"/>
          <p:nvPr/>
        </p:nvSpPr>
        <p:spPr>
          <a:xfrm>
            <a:off x="633276" y="3124923"/>
            <a:ext cx="709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00:00</a:t>
            </a:r>
            <a:endParaRPr lang="ko-KR" altLang="en-US" sz="11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CCC6DC-0252-2264-1F96-D43522F6A094}"/>
              </a:ext>
            </a:extLst>
          </p:cNvPr>
          <p:cNvSpPr/>
          <p:nvPr/>
        </p:nvSpPr>
        <p:spPr>
          <a:xfrm>
            <a:off x="108030" y="543222"/>
            <a:ext cx="10531395" cy="6314778"/>
          </a:xfrm>
          <a:prstGeom prst="rect">
            <a:avLst/>
          </a:prstGeom>
          <a:solidFill>
            <a:schemeClr val="bg1">
              <a:lumMod val="6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847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FABC-48B1-6169-7851-A3D76AB3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CAD1546-3811-1E06-5D17-C8BF6FD6A1D7}"/>
              </a:ext>
            </a:extLst>
          </p:cNvPr>
          <p:cNvSpPr/>
          <p:nvPr/>
        </p:nvSpPr>
        <p:spPr>
          <a:xfrm>
            <a:off x="108030" y="543223"/>
            <a:ext cx="10531395" cy="4857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전기기능사 </a:t>
            </a:r>
            <a:r>
              <a:rPr lang="en-US" altLang="ko-KR" dirty="0"/>
              <a:t>CBT </a:t>
            </a:r>
            <a:r>
              <a:rPr lang="ko-KR" altLang="en-US" dirty="0"/>
              <a:t>문제풀이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B37BC94-E467-9D9C-6136-6F951CB511AF}"/>
              </a:ext>
            </a:extLst>
          </p:cNvPr>
          <p:cNvSpPr txBox="1"/>
          <p:nvPr/>
        </p:nvSpPr>
        <p:spPr>
          <a:xfrm>
            <a:off x="108031" y="83820"/>
            <a:ext cx="7350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답안 제출 화면 </a:t>
            </a:r>
            <a:r>
              <a:rPr lang="ko-KR" altLang="en-US" sz="2000" dirty="0"/>
              <a:t>최종 제출 후 수정 불가 안내</a:t>
            </a:r>
            <a:r>
              <a:rPr lang="en-US" altLang="ko-KR" sz="2000" dirty="0"/>
              <a:t>.</a:t>
            </a:r>
            <a:endParaRPr lang="ko-KR" altLang="en-US" sz="2000" b="1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64289D9-0F87-A6AE-FC00-005AF6E63CA5}"/>
              </a:ext>
            </a:extLst>
          </p:cNvPr>
          <p:cNvSpPr/>
          <p:nvPr/>
        </p:nvSpPr>
        <p:spPr>
          <a:xfrm>
            <a:off x="2212975" y="1115790"/>
            <a:ext cx="8432799" cy="355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</a:t>
            </a:r>
            <a:r>
              <a:rPr lang="ko-KR" altLang="en-US" dirty="0" err="1"/>
              <a:t>표기란</a:t>
            </a:r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2C6A530-C1EA-8587-93CD-C56FF3E3B836}"/>
              </a:ext>
            </a:extLst>
          </p:cNvPr>
          <p:cNvSpPr/>
          <p:nvPr/>
        </p:nvSpPr>
        <p:spPr>
          <a:xfrm>
            <a:off x="2212975" y="1496791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3B44BA5-BD7E-AE39-7243-0A9086BA1BBA}"/>
              </a:ext>
            </a:extLst>
          </p:cNvPr>
          <p:cNvSpPr/>
          <p:nvPr/>
        </p:nvSpPr>
        <p:spPr>
          <a:xfrm>
            <a:off x="36036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548622C-841E-9487-3D3E-167C7E7CB766}"/>
              </a:ext>
            </a:extLst>
          </p:cNvPr>
          <p:cNvSpPr/>
          <p:nvPr/>
        </p:nvSpPr>
        <p:spPr>
          <a:xfrm>
            <a:off x="499427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45218A0-9DDE-1A36-7B1D-83040DDB79CF}"/>
              </a:ext>
            </a:extLst>
          </p:cNvPr>
          <p:cNvSpPr/>
          <p:nvPr/>
        </p:nvSpPr>
        <p:spPr>
          <a:xfrm>
            <a:off x="63849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DCB3E44-C1AC-641F-7BDD-08BBC73F7522}"/>
              </a:ext>
            </a:extLst>
          </p:cNvPr>
          <p:cNvSpPr/>
          <p:nvPr/>
        </p:nvSpPr>
        <p:spPr>
          <a:xfrm>
            <a:off x="777557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40839C3-65D3-98FC-B5CA-B80A6E4D185A}"/>
              </a:ext>
            </a:extLst>
          </p:cNvPr>
          <p:cNvSpPr/>
          <p:nvPr/>
        </p:nvSpPr>
        <p:spPr>
          <a:xfrm>
            <a:off x="9166225" y="1496790"/>
            <a:ext cx="304800" cy="4673599"/>
          </a:xfrm>
          <a:prstGeom prst="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9295A2B-0442-7E77-097F-0E582890F630}"/>
              </a:ext>
            </a:extLst>
          </p:cNvPr>
          <p:cNvSpPr txBox="1"/>
          <p:nvPr/>
        </p:nvSpPr>
        <p:spPr>
          <a:xfrm>
            <a:off x="2517775" y="147139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601664-81CC-71A2-FCB8-5953BD4D4335}"/>
              </a:ext>
            </a:extLst>
          </p:cNvPr>
          <p:cNvSpPr txBox="1"/>
          <p:nvPr/>
        </p:nvSpPr>
        <p:spPr>
          <a:xfrm>
            <a:off x="2517775" y="170208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4EB6E55-8E1D-425A-E4E5-6615FFAF0C7E}"/>
              </a:ext>
            </a:extLst>
          </p:cNvPr>
          <p:cNvSpPr txBox="1"/>
          <p:nvPr/>
        </p:nvSpPr>
        <p:spPr>
          <a:xfrm>
            <a:off x="2517775" y="193278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F53F7CD-DF82-A923-C885-B225A5A701C0}"/>
              </a:ext>
            </a:extLst>
          </p:cNvPr>
          <p:cNvSpPr txBox="1"/>
          <p:nvPr/>
        </p:nvSpPr>
        <p:spPr>
          <a:xfrm>
            <a:off x="2517775" y="216348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7A35A20-296D-7ABD-46C1-F7DC5D3CAFCD}"/>
              </a:ext>
            </a:extLst>
          </p:cNvPr>
          <p:cNvSpPr txBox="1"/>
          <p:nvPr/>
        </p:nvSpPr>
        <p:spPr>
          <a:xfrm>
            <a:off x="2517775" y="239418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043D1D4-2ADE-F7F4-9477-4B644B09873E}"/>
              </a:ext>
            </a:extLst>
          </p:cNvPr>
          <p:cNvSpPr txBox="1"/>
          <p:nvPr/>
        </p:nvSpPr>
        <p:spPr>
          <a:xfrm>
            <a:off x="2517775" y="262488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A97B561-28C3-B1A7-BDA6-EA33B9240709}"/>
              </a:ext>
            </a:extLst>
          </p:cNvPr>
          <p:cNvSpPr txBox="1"/>
          <p:nvPr/>
        </p:nvSpPr>
        <p:spPr>
          <a:xfrm>
            <a:off x="2517775" y="285557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312FF8-A001-E638-7310-4ED002FE44FB}"/>
              </a:ext>
            </a:extLst>
          </p:cNvPr>
          <p:cNvSpPr txBox="1"/>
          <p:nvPr/>
        </p:nvSpPr>
        <p:spPr>
          <a:xfrm>
            <a:off x="2517775" y="308627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A5BC255-8D5E-3DA1-788C-DA23AF3AAC9F}"/>
              </a:ext>
            </a:extLst>
          </p:cNvPr>
          <p:cNvSpPr txBox="1"/>
          <p:nvPr/>
        </p:nvSpPr>
        <p:spPr>
          <a:xfrm>
            <a:off x="2517775" y="331697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5ABE25E-88AA-2AD9-0D68-62BDCEF206CC}"/>
              </a:ext>
            </a:extLst>
          </p:cNvPr>
          <p:cNvSpPr txBox="1"/>
          <p:nvPr/>
        </p:nvSpPr>
        <p:spPr>
          <a:xfrm>
            <a:off x="2517775" y="354767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7BFEE89-2824-B0AD-DDC4-B8B123FFD405}"/>
              </a:ext>
            </a:extLst>
          </p:cNvPr>
          <p:cNvSpPr txBox="1"/>
          <p:nvPr/>
        </p:nvSpPr>
        <p:spPr>
          <a:xfrm>
            <a:off x="2517775" y="377837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DFFA6D3-F6B5-539E-90C3-19175E8E1357}"/>
              </a:ext>
            </a:extLst>
          </p:cNvPr>
          <p:cNvSpPr txBox="1"/>
          <p:nvPr/>
        </p:nvSpPr>
        <p:spPr>
          <a:xfrm>
            <a:off x="2517775" y="400906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A7DA6B-33B7-3800-1FA1-4B7146F09D9C}"/>
              </a:ext>
            </a:extLst>
          </p:cNvPr>
          <p:cNvSpPr txBox="1"/>
          <p:nvPr/>
        </p:nvSpPr>
        <p:spPr>
          <a:xfrm>
            <a:off x="2517775" y="423976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4367CE0-CD04-6EBE-3964-C027C5F1B77C}"/>
              </a:ext>
            </a:extLst>
          </p:cNvPr>
          <p:cNvSpPr txBox="1"/>
          <p:nvPr/>
        </p:nvSpPr>
        <p:spPr>
          <a:xfrm>
            <a:off x="2517775" y="447046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1122B77-3C7D-EE33-D489-E73ACCF6BC5B}"/>
              </a:ext>
            </a:extLst>
          </p:cNvPr>
          <p:cNvSpPr txBox="1"/>
          <p:nvPr/>
        </p:nvSpPr>
        <p:spPr>
          <a:xfrm>
            <a:off x="2517775" y="470116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A2ABB8-7BE2-1C01-505B-B544F817AA61}"/>
              </a:ext>
            </a:extLst>
          </p:cNvPr>
          <p:cNvSpPr txBox="1"/>
          <p:nvPr/>
        </p:nvSpPr>
        <p:spPr>
          <a:xfrm>
            <a:off x="2517775" y="493186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4B66D9F-0B4F-A9FB-C302-114101CBE8BB}"/>
              </a:ext>
            </a:extLst>
          </p:cNvPr>
          <p:cNvSpPr txBox="1"/>
          <p:nvPr/>
        </p:nvSpPr>
        <p:spPr>
          <a:xfrm>
            <a:off x="2517775" y="516255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5AB0C59-0A1B-CB89-A668-E9C53059BF80}"/>
              </a:ext>
            </a:extLst>
          </p:cNvPr>
          <p:cNvSpPr txBox="1"/>
          <p:nvPr/>
        </p:nvSpPr>
        <p:spPr>
          <a:xfrm>
            <a:off x="2517775" y="53932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61E9A90-C643-C147-44F4-03CCABF1BFBF}"/>
              </a:ext>
            </a:extLst>
          </p:cNvPr>
          <p:cNvSpPr txBox="1"/>
          <p:nvPr/>
        </p:nvSpPr>
        <p:spPr>
          <a:xfrm>
            <a:off x="2517775" y="562395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5C57B2C-4BFD-5D34-BB96-FD1353BD9149}"/>
              </a:ext>
            </a:extLst>
          </p:cNvPr>
          <p:cNvSpPr txBox="1"/>
          <p:nvPr/>
        </p:nvSpPr>
        <p:spPr>
          <a:xfrm>
            <a:off x="2517775" y="585465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9AF3353-3EE7-200C-0914-F7CB0560D701}"/>
              </a:ext>
            </a:extLst>
          </p:cNvPr>
          <p:cNvSpPr txBox="1"/>
          <p:nvPr/>
        </p:nvSpPr>
        <p:spPr>
          <a:xfrm>
            <a:off x="3920763" y="147136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64F54E5-4EE8-892B-0AC2-FBFA594B51DD}"/>
              </a:ext>
            </a:extLst>
          </p:cNvPr>
          <p:cNvSpPr txBox="1"/>
          <p:nvPr/>
        </p:nvSpPr>
        <p:spPr>
          <a:xfrm>
            <a:off x="3920763" y="170205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E4555E5-CE8F-59A5-3456-D2B4723694C5}"/>
              </a:ext>
            </a:extLst>
          </p:cNvPr>
          <p:cNvSpPr txBox="1"/>
          <p:nvPr/>
        </p:nvSpPr>
        <p:spPr>
          <a:xfrm>
            <a:off x="3920763" y="193275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9ACE073-D4C4-0534-F6ED-1A6D84DB7673}"/>
              </a:ext>
            </a:extLst>
          </p:cNvPr>
          <p:cNvSpPr txBox="1"/>
          <p:nvPr/>
        </p:nvSpPr>
        <p:spPr>
          <a:xfrm>
            <a:off x="3920763" y="216345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5384678-DB02-8EF1-06B6-7E947CD9A4D4}"/>
              </a:ext>
            </a:extLst>
          </p:cNvPr>
          <p:cNvSpPr txBox="1"/>
          <p:nvPr/>
        </p:nvSpPr>
        <p:spPr>
          <a:xfrm>
            <a:off x="3920763" y="239415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CDB72C0-4E48-6075-FCCD-8F1CD4F8B09B}"/>
              </a:ext>
            </a:extLst>
          </p:cNvPr>
          <p:cNvSpPr txBox="1"/>
          <p:nvPr/>
        </p:nvSpPr>
        <p:spPr>
          <a:xfrm>
            <a:off x="3920763" y="262485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790EA8B-E450-348D-6328-3C6328C20FB8}"/>
              </a:ext>
            </a:extLst>
          </p:cNvPr>
          <p:cNvSpPr txBox="1"/>
          <p:nvPr/>
        </p:nvSpPr>
        <p:spPr>
          <a:xfrm>
            <a:off x="3920763" y="285554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5F3AE56-A756-53D2-77B3-A496CAF3A456}"/>
              </a:ext>
            </a:extLst>
          </p:cNvPr>
          <p:cNvSpPr txBox="1"/>
          <p:nvPr/>
        </p:nvSpPr>
        <p:spPr>
          <a:xfrm>
            <a:off x="3920763" y="308624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DC9299E-F9ED-F45E-BF76-F51A576DD21B}"/>
              </a:ext>
            </a:extLst>
          </p:cNvPr>
          <p:cNvSpPr txBox="1"/>
          <p:nvPr/>
        </p:nvSpPr>
        <p:spPr>
          <a:xfrm>
            <a:off x="3920763" y="331694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C085ECA-B7E3-121D-EF42-3DFA767A8EC3}"/>
              </a:ext>
            </a:extLst>
          </p:cNvPr>
          <p:cNvSpPr txBox="1"/>
          <p:nvPr/>
        </p:nvSpPr>
        <p:spPr>
          <a:xfrm>
            <a:off x="3920763" y="354764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6C2EB24-3491-ADF7-9132-E334AA1FBC10}"/>
              </a:ext>
            </a:extLst>
          </p:cNvPr>
          <p:cNvSpPr txBox="1"/>
          <p:nvPr/>
        </p:nvSpPr>
        <p:spPr>
          <a:xfrm>
            <a:off x="3920763" y="377834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F15E711-F37F-5A3F-6BA5-00FF57201618}"/>
              </a:ext>
            </a:extLst>
          </p:cNvPr>
          <p:cNvSpPr txBox="1"/>
          <p:nvPr/>
        </p:nvSpPr>
        <p:spPr>
          <a:xfrm>
            <a:off x="3920763" y="400903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D344964-3A40-97E5-8FE2-DEF98E8B6635}"/>
              </a:ext>
            </a:extLst>
          </p:cNvPr>
          <p:cNvSpPr txBox="1"/>
          <p:nvPr/>
        </p:nvSpPr>
        <p:spPr>
          <a:xfrm>
            <a:off x="3920763" y="423973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A7F84B2-9484-46BB-02CF-1657FB11AB32}"/>
              </a:ext>
            </a:extLst>
          </p:cNvPr>
          <p:cNvSpPr txBox="1"/>
          <p:nvPr/>
        </p:nvSpPr>
        <p:spPr>
          <a:xfrm>
            <a:off x="3920763" y="447043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6A54A35-7442-206D-4A2E-342456866D37}"/>
              </a:ext>
            </a:extLst>
          </p:cNvPr>
          <p:cNvSpPr txBox="1"/>
          <p:nvPr/>
        </p:nvSpPr>
        <p:spPr>
          <a:xfrm>
            <a:off x="3920763" y="470113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411E48B-CE16-ECB8-6E48-51485FE4DC29}"/>
              </a:ext>
            </a:extLst>
          </p:cNvPr>
          <p:cNvSpPr txBox="1"/>
          <p:nvPr/>
        </p:nvSpPr>
        <p:spPr>
          <a:xfrm>
            <a:off x="3920763" y="493183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CEA9C5D-7846-BF88-24D7-CF7888192AE5}"/>
              </a:ext>
            </a:extLst>
          </p:cNvPr>
          <p:cNvSpPr txBox="1"/>
          <p:nvPr/>
        </p:nvSpPr>
        <p:spPr>
          <a:xfrm>
            <a:off x="3920763" y="51625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4A2C886-C5BB-4995-5447-0947869450A6}"/>
              </a:ext>
            </a:extLst>
          </p:cNvPr>
          <p:cNvSpPr txBox="1"/>
          <p:nvPr/>
        </p:nvSpPr>
        <p:spPr>
          <a:xfrm>
            <a:off x="3920763" y="539322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43D5CBE-C3D3-B0DC-2015-41B31EADAABF}"/>
              </a:ext>
            </a:extLst>
          </p:cNvPr>
          <p:cNvSpPr txBox="1"/>
          <p:nvPr/>
        </p:nvSpPr>
        <p:spPr>
          <a:xfrm>
            <a:off x="3920763" y="562392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AAE9CC0-47B4-7909-1564-7E6F8BF969A7}"/>
              </a:ext>
            </a:extLst>
          </p:cNvPr>
          <p:cNvSpPr txBox="1"/>
          <p:nvPr/>
        </p:nvSpPr>
        <p:spPr>
          <a:xfrm>
            <a:off x="3920763" y="585462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DD2AA8C-4AEF-487E-092A-029AD2C1E814}"/>
              </a:ext>
            </a:extLst>
          </p:cNvPr>
          <p:cNvSpPr txBox="1"/>
          <p:nvPr/>
        </p:nvSpPr>
        <p:spPr>
          <a:xfrm>
            <a:off x="5295266" y="147393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7177E66-5225-2A0E-16F2-5B2872E5D575}"/>
              </a:ext>
            </a:extLst>
          </p:cNvPr>
          <p:cNvSpPr txBox="1"/>
          <p:nvPr/>
        </p:nvSpPr>
        <p:spPr>
          <a:xfrm>
            <a:off x="5295266" y="170462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BE86A1F-B1AC-0B6F-4CEA-50AC943FEAE5}"/>
              </a:ext>
            </a:extLst>
          </p:cNvPr>
          <p:cNvSpPr txBox="1"/>
          <p:nvPr/>
        </p:nvSpPr>
        <p:spPr>
          <a:xfrm>
            <a:off x="5295266" y="193532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1CDEAFE-C246-6A0B-BDAB-FAABC8D31BFD}"/>
              </a:ext>
            </a:extLst>
          </p:cNvPr>
          <p:cNvSpPr txBox="1"/>
          <p:nvPr/>
        </p:nvSpPr>
        <p:spPr>
          <a:xfrm>
            <a:off x="5295266" y="216602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D0C2EF0-18F6-4860-3011-4CF28BF0BB3F}"/>
              </a:ext>
            </a:extLst>
          </p:cNvPr>
          <p:cNvSpPr txBox="1"/>
          <p:nvPr/>
        </p:nvSpPr>
        <p:spPr>
          <a:xfrm>
            <a:off x="5295266" y="239672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1C19896-D083-E4F3-8E07-B67B6D9F856B}"/>
              </a:ext>
            </a:extLst>
          </p:cNvPr>
          <p:cNvSpPr txBox="1"/>
          <p:nvPr/>
        </p:nvSpPr>
        <p:spPr>
          <a:xfrm>
            <a:off x="5295266" y="262742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05C6842-DD6C-8603-178C-7A2CE62A0D0C}"/>
              </a:ext>
            </a:extLst>
          </p:cNvPr>
          <p:cNvSpPr txBox="1"/>
          <p:nvPr/>
        </p:nvSpPr>
        <p:spPr>
          <a:xfrm>
            <a:off x="5295266" y="285811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337F61D-66B7-5136-600C-AC9ECF2346EE}"/>
              </a:ext>
            </a:extLst>
          </p:cNvPr>
          <p:cNvSpPr txBox="1"/>
          <p:nvPr/>
        </p:nvSpPr>
        <p:spPr>
          <a:xfrm>
            <a:off x="5295266" y="308881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912CDE5-F80B-D52D-8450-C2E692BDA3A6}"/>
              </a:ext>
            </a:extLst>
          </p:cNvPr>
          <p:cNvSpPr txBox="1"/>
          <p:nvPr/>
        </p:nvSpPr>
        <p:spPr>
          <a:xfrm>
            <a:off x="5295266" y="331951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06E6DE3-6125-46D4-7956-A0944B0CDBB0}"/>
              </a:ext>
            </a:extLst>
          </p:cNvPr>
          <p:cNvSpPr txBox="1"/>
          <p:nvPr/>
        </p:nvSpPr>
        <p:spPr>
          <a:xfrm>
            <a:off x="5295266" y="355021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CDEA0EB-62BE-5384-78FB-54606AEEC313}"/>
              </a:ext>
            </a:extLst>
          </p:cNvPr>
          <p:cNvSpPr txBox="1"/>
          <p:nvPr/>
        </p:nvSpPr>
        <p:spPr>
          <a:xfrm>
            <a:off x="5295266" y="378091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7C2E439-7510-32BB-9495-98EB441504B7}"/>
              </a:ext>
            </a:extLst>
          </p:cNvPr>
          <p:cNvSpPr txBox="1"/>
          <p:nvPr/>
        </p:nvSpPr>
        <p:spPr>
          <a:xfrm>
            <a:off x="5295266" y="401160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1A3AF8-5EC4-44F2-D14E-756D90D009F6}"/>
              </a:ext>
            </a:extLst>
          </p:cNvPr>
          <p:cNvSpPr txBox="1"/>
          <p:nvPr/>
        </p:nvSpPr>
        <p:spPr>
          <a:xfrm>
            <a:off x="5295266" y="424230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6EE26F4-40ED-95CB-677D-344E158776E9}"/>
              </a:ext>
            </a:extLst>
          </p:cNvPr>
          <p:cNvSpPr txBox="1"/>
          <p:nvPr/>
        </p:nvSpPr>
        <p:spPr>
          <a:xfrm>
            <a:off x="5295266" y="447300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AA8B0DA-E86A-519D-67E0-674C76254AF4}"/>
              </a:ext>
            </a:extLst>
          </p:cNvPr>
          <p:cNvSpPr txBox="1"/>
          <p:nvPr/>
        </p:nvSpPr>
        <p:spPr>
          <a:xfrm>
            <a:off x="5295266" y="470370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75EA780-A1A3-33B8-F785-653CDC92DBF4}"/>
              </a:ext>
            </a:extLst>
          </p:cNvPr>
          <p:cNvSpPr txBox="1"/>
          <p:nvPr/>
        </p:nvSpPr>
        <p:spPr>
          <a:xfrm>
            <a:off x="5295266" y="4934400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77D9D0B-737A-CF75-2A06-907834AABD3D}"/>
              </a:ext>
            </a:extLst>
          </p:cNvPr>
          <p:cNvSpPr txBox="1"/>
          <p:nvPr/>
        </p:nvSpPr>
        <p:spPr>
          <a:xfrm>
            <a:off x="5295266" y="5165098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6796AE9-C9DE-D164-756E-E7A667E4FE2F}"/>
              </a:ext>
            </a:extLst>
          </p:cNvPr>
          <p:cNvSpPr txBox="1"/>
          <p:nvPr/>
        </p:nvSpPr>
        <p:spPr>
          <a:xfrm>
            <a:off x="5295266" y="5395796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6D950D3-92BB-731A-3FB9-3234ECDF9886}"/>
              </a:ext>
            </a:extLst>
          </p:cNvPr>
          <p:cNvSpPr txBox="1"/>
          <p:nvPr/>
        </p:nvSpPr>
        <p:spPr>
          <a:xfrm>
            <a:off x="5295266" y="5626494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2D17B5D-5C51-BCFD-0123-1A388B687431}"/>
              </a:ext>
            </a:extLst>
          </p:cNvPr>
          <p:cNvSpPr txBox="1"/>
          <p:nvPr/>
        </p:nvSpPr>
        <p:spPr>
          <a:xfrm>
            <a:off x="5295266" y="5857192"/>
            <a:ext cx="1104899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buNone/>
            </a:pPr>
            <a:r>
              <a:rPr lang="ko-KR" altLang="en-US" sz="105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①   ②   ③   ④</a:t>
            </a:r>
            <a:endParaRPr lang="ko-KR" altLang="en-US" sz="105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BE32C28-D16D-1389-919C-32BE5FDC012A}"/>
              </a:ext>
            </a:extLst>
          </p:cNvPr>
          <p:cNvSpPr txBox="1"/>
          <p:nvPr/>
        </p:nvSpPr>
        <p:spPr>
          <a:xfrm>
            <a:off x="2219687" y="154074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01</a:t>
            </a:r>
            <a:endParaRPr lang="ko-KR" altLang="en-US" sz="1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BAABE27-B08C-C123-BD62-3C08BDA321B6}"/>
              </a:ext>
            </a:extLst>
          </p:cNvPr>
          <p:cNvSpPr txBox="1"/>
          <p:nvPr/>
        </p:nvSpPr>
        <p:spPr>
          <a:xfrm>
            <a:off x="2212976" y="176709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02</a:t>
            </a:r>
            <a:endParaRPr lang="ko-KR" altLang="en-US" sz="10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D13AADC-5208-4B61-F6E9-EC95D6B1C3D9}"/>
              </a:ext>
            </a:extLst>
          </p:cNvPr>
          <p:cNvSpPr txBox="1"/>
          <p:nvPr/>
        </p:nvSpPr>
        <p:spPr>
          <a:xfrm>
            <a:off x="2209620" y="200189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03</a:t>
            </a:r>
            <a:endParaRPr lang="ko-KR" altLang="en-US" sz="10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9718EB0-C485-AFD9-5AE0-105DDDCC770D}"/>
              </a:ext>
            </a:extLst>
          </p:cNvPr>
          <p:cNvSpPr txBox="1"/>
          <p:nvPr/>
        </p:nvSpPr>
        <p:spPr>
          <a:xfrm>
            <a:off x="2212067" y="222850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04</a:t>
            </a:r>
            <a:endParaRPr lang="ko-KR" altLang="en-US" sz="10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7DE0BDF0-6082-9DB8-5D01-D2F4E73CA5B2}"/>
              </a:ext>
            </a:extLst>
          </p:cNvPr>
          <p:cNvSpPr txBox="1"/>
          <p:nvPr/>
        </p:nvSpPr>
        <p:spPr>
          <a:xfrm>
            <a:off x="2205356" y="24548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05</a:t>
            </a:r>
            <a:endParaRPr lang="ko-KR" altLang="en-US" sz="10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3D71435-C311-1C4B-9E70-5BEBA000F594}"/>
              </a:ext>
            </a:extLst>
          </p:cNvPr>
          <p:cNvSpPr txBox="1"/>
          <p:nvPr/>
        </p:nvSpPr>
        <p:spPr>
          <a:xfrm>
            <a:off x="2202000" y="268966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06</a:t>
            </a:r>
            <a:endParaRPr lang="ko-KR" altLang="en-US" sz="10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38967634-2A84-24F8-DC0C-480EC766B619}"/>
              </a:ext>
            </a:extLst>
          </p:cNvPr>
          <p:cNvSpPr txBox="1"/>
          <p:nvPr/>
        </p:nvSpPr>
        <p:spPr>
          <a:xfrm>
            <a:off x="2204447" y="29139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07</a:t>
            </a:r>
            <a:endParaRPr lang="ko-KR" altLang="en-US" sz="10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F7912F0-6A82-39B8-2AA3-2D98B431804B}"/>
              </a:ext>
            </a:extLst>
          </p:cNvPr>
          <p:cNvSpPr txBox="1"/>
          <p:nvPr/>
        </p:nvSpPr>
        <p:spPr>
          <a:xfrm>
            <a:off x="2197736" y="314031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08</a:t>
            </a:r>
            <a:endParaRPr lang="ko-KR" altLang="en-US" sz="10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B276986-34BB-01BB-8ACF-200629B71A58}"/>
              </a:ext>
            </a:extLst>
          </p:cNvPr>
          <p:cNvSpPr txBox="1"/>
          <p:nvPr/>
        </p:nvSpPr>
        <p:spPr>
          <a:xfrm>
            <a:off x="2194380" y="337511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09</a:t>
            </a:r>
            <a:endParaRPr lang="ko-KR" alt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7B9F640-254D-DC16-5A8F-5C8FAA27223C}"/>
              </a:ext>
            </a:extLst>
          </p:cNvPr>
          <p:cNvSpPr txBox="1"/>
          <p:nvPr/>
        </p:nvSpPr>
        <p:spPr>
          <a:xfrm>
            <a:off x="2196827" y="360172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</a:t>
            </a:r>
            <a:endParaRPr lang="ko-KR" altLang="en-US" sz="10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DD6B890-17C9-ADB6-F4CC-9CE3845EF03B}"/>
              </a:ext>
            </a:extLst>
          </p:cNvPr>
          <p:cNvSpPr txBox="1"/>
          <p:nvPr/>
        </p:nvSpPr>
        <p:spPr>
          <a:xfrm>
            <a:off x="2190116" y="382807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31B024E-39E4-A617-BBE9-0170A630CA79}"/>
              </a:ext>
            </a:extLst>
          </p:cNvPr>
          <p:cNvSpPr txBox="1"/>
          <p:nvPr/>
        </p:nvSpPr>
        <p:spPr>
          <a:xfrm>
            <a:off x="2186760" y="406288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12</a:t>
            </a:r>
            <a:endParaRPr lang="ko-KR" altLang="en-US" sz="1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1AECF68-06D4-2742-6D01-A99BBFB23768}"/>
              </a:ext>
            </a:extLst>
          </p:cNvPr>
          <p:cNvSpPr txBox="1"/>
          <p:nvPr/>
        </p:nvSpPr>
        <p:spPr>
          <a:xfrm>
            <a:off x="2197736" y="43038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13</a:t>
            </a:r>
            <a:endParaRPr lang="ko-KR" altLang="en-US" sz="10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EEC8A02-5960-08B4-4137-80D9B2450AFF}"/>
              </a:ext>
            </a:extLst>
          </p:cNvPr>
          <p:cNvSpPr txBox="1"/>
          <p:nvPr/>
        </p:nvSpPr>
        <p:spPr>
          <a:xfrm>
            <a:off x="2194380" y="453868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14</a:t>
            </a:r>
            <a:endParaRPr lang="ko-KR" altLang="en-US" sz="10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75158A56-A045-90FA-413C-1EB7C3CA2F9E}"/>
              </a:ext>
            </a:extLst>
          </p:cNvPr>
          <p:cNvSpPr txBox="1"/>
          <p:nvPr/>
        </p:nvSpPr>
        <p:spPr>
          <a:xfrm>
            <a:off x="2196827" y="47629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15</a:t>
            </a:r>
            <a:endParaRPr lang="ko-KR" altLang="en-US" sz="10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31554E5-647F-2C69-4563-F742A9618B64}"/>
              </a:ext>
            </a:extLst>
          </p:cNvPr>
          <p:cNvSpPr txBox="1"/>
          <p:nvPr/>
        </p:nvSpPr>
        <p:spPr>
          <a:xfrm>
            <a:off x="2190116" y="498933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16</a:t>
            </a:r>
            <a:endParaRPr lang="ko-KR" altLang="en-US" sz="10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3D9B79E-6D92-A315-B95D-D8B2E91635E8}"/>
              </a:ext>
            </a:extLst>
          </p:cNvPr>
          <p:cNvSpPr txBox="1"/>
          <p:nvPr/>
        </p:nvSpPr>
        <p:spPr>
          <a:xfrm>
            <a:off x="2186760" y="522413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17</a:t>
            </a:r>
            <a:endParaRPr lang="ko-KR" altLang="en-US" sz="10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B0A9383-F1DE-A131-7A5C-D5AA6B500823}"/>
              </a:ext>
            </a:extLst>
          </p:cNvPr>
          <p:cNvSpPr txBox="1"/>
          <p:nvPr/>
        </p:nvSpPr>
        <p:spPr>
          <a:xfrm>
            <a:off x="2189207" y="545074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18</a:t>
            </a:r>
            <a:endParaRPr lang="ko-KR" altLang="en-US" sz="10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8C70BF59-9237-9951-D294-0F53D368E59A}"/>
              </a:ext>
            </a:extLst>
          </p:cNvPr>
          <p:cNvSpPr txBox="1"/>
          <p:nvPr/>
        </p:nvSpPr>
        <p:spPr>
          <a:xfrm>
            <a:off x="2182496" y="567709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19</a:t>
            </a:r>
            <a:endParaRPr lang="ko-KR" altLang="en-US" sz="10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0A30C63-D6F3-E180-97BC-A92B6361C22E}"/>
              </a:ext>
            </a:extLst>
          </p:cNvPr>
          <p:cNvSpPr txBox="1"/>
          <p:nvPr/>
        </p:nvSpPr>
        <p:spPr>
          <a:xfrm>
            <a:off x="2179140" y="591189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</a:t>
            </a:r>
            <a:endParaRPr lang="ko-KR" altLang="en-US" sz="10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D151A1C-9E59-DC9C-2F57-768577AC386D}"/>
              </a:ext>
            </a:extLst>
          </p:cNvPr>
          <p:cNvSpPr txBox="1"/>
          <p:nvPr/>
        </p:nvSpPr>
        <p:spPr>
          <a:xfrm>
            <a:off x="3614147" y="153312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21</a:t>
            </a:r>
            <a:endParaRPr lang="ko-KR" altLang="en-US" sz="10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D9E29A1-8985-6162-8FF7-725727490968}"/>
              </a:ext>
            </a:extLst>
          </p:cNvPr>
          <p:cNvSpPr txBox="1"/>
          <p:nvPr/>
        </p:nvSpPr>
        <p:spPr>
          <a:xfrm>
            <a:off x="3607436" y="175947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22</a:t>
            </a:r>
            <a:endParaRPr lang="ko-KR" altLang="en-US" sz="10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9FD75B8-3661-7152-A8D1-B4D40B620CA0}"/>
              </a:ext>
            </a:extLst>
          </p:cNvPr>
          <p:cNvSpPr txBox="1"/>
          <p:nvPr/>
        </p:nvSpPr>
        <p:spPr>
          <a:xfrm>
            <a:off x="3604080" y="199427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23</a:t>
            </a:r>
            <a:endParaRPr lang="ko-KR" altLang="en-US" sz="10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3BE0E95-F812-2A15-2C49-4802AA97990A}"/>
              </a:ext>
            </a:extLst>
          </p:cNvPr>
          <p:cNvSpPr txBox="1"/>
          <p:nvPr/>
        </p:nvSpPr>
        <p:spPr>
          <a:xfrm>
            <a:off x="3606527" y="222088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24</a:t>
            </a:r>
            <a:endParaRPr lang="ko-KR" altLang="en-US" sz="10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AD7B55E-85F1-EF55-AF0A-1B2AE52E92EB}"/>
              </a:ext>
            </a:extLst>
          </p:cNvPr>
          <p:cNvSpPr txBox="1"/>
          <p:nvPr/>
        </p:nvSpPr>
        <p:spPr>
          <a:xfrm>
            <a:off x="3599816" y="244724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25</a:t>
            </a:r>
            <a:endParaRPr lang="ko-KR" altLang="en-US" sz="10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88748F8-2F3C-FBAB-86FC-0AF8813613B1}"/>
              </a:ext>
            </a:extLst>
          </p:cNvPr>
          <p:cNvSpPr txBox="1"/>
          <p:nvPr/>
        </p:nvSpPr>
        <p:spPr>
          <a:xfrm>
            <a:off x="3596460" y="268204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26</a:t>
            </a:r>
            <a:endParaRPr lang="ko-KR" altLang="en-US" sz="10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36566D1-484B-08EF-87FE-425AFECD0D85}"/>
              </a:ext>
            </a:extLst>
          </p:cNvPr>
          <p:cNvSpPr txBox="1"/>
          <p:nvPr/>
        </p:nvSpPr>
        <p:spPr>
          <a:xfrm>
            <a:off x="3598907" y="290634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27</a:t>
            </a:r>
            <a:endParaRPr lang="ko-KR" altLang="en-US" sz="10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2346F11-AEEE-8D53-75E7-5C9A5FCD502F}"/>
              </a:ext>
            </a:extLst>
          </p:cNvPr>
          <p:cNvSpPr txBox="1"/>
          <p:nvPr/>
        </p:nvSpPr>
        <p:spPr>
          <a:xfrm>
            <a:off x="3592196" y="313269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28</a:t>
            </a:r>
            <a:endParaRPr lang="ko-KR" altLang="en-US" sz="10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642131D4-6057-0DE4-C32F-C02431E75771}"/>
              </a:ext>
            </a:extLst>
          </p:cNvPr>
          <p:cNvSpPr txBox="1"/>
          <p:nvPr/>
        </p:nvSpPr>
        <p:spPr>
          <a:xfrm>
            <a:off x="3588840" y="336749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29</a:t>
            </a:r>
            <a:endParaRPr lang="ko-KR" altLang="en-US" sz="10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F6E0B48-24BB-B40C-EA18-3674FCBC23D0}"/>
              </a:ext>
            </a:extLst>
          </p:cNvPr>
          <p:cNvSpPr txBox="1"/>
          <p:nvPr/>
        </p:nvSpPr>
        <p:spPr>
          <a:xfrm>
            <a:off x="3591287" y="359410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30</a:t>
            </a:r>
            <a:endParaRPr lang="ko-KR" altLang="en-US" sz="10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0D3CA8B-E956-5946-056E-965F385DAE28}"/>
              </a:ext>
            </a:extLst>
          </p:cNvPr>
          <p:cNvSpPr txBox="1"/>
          <p:nvPr/>
        </p:nvSpPr>
        <p:spPr>
          <a:xfrm>
            <a:off x="3584576" y="382045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31</a:t>
            </a:r>
            <a:endParaRPr lang="ko-KR" altLang="en-US" sz="10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41252477-9748-DD28-E60A-4EF89AFBA5E5}"/>
              </a:ext>
            </a:extLst>
          </p:cNvPr>
          <p:cNvSpPr txBox="1"/>
          <p:nvPr/>
        </p:nvSpPr>
        <p:spPr>
          <a:xfrm>
            <a:off x="3581220" y="405526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32</a:t>
            </a:r>
            <a:endParaRPr lang="ko-KR" altLang="en-US" sz="10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6D595C75-8B3F-D320-7461-EB36045AA2D8}"/>
              </a:ext>
            </a:extLst>
          </p:cNvPr>
          <p:cNvSpPr txBox="1"/>
          <p:nvPr/>
        </p:nvSpPr>
        <p:spPr>
          <a:xfrm>
            <a:off x="3592196" y="429625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33</a:t>
            </a:r>
            <a:endParaRPr lang="ko-KR" altLang="en-US" sz="10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93FF898-DC13-46F3-B04A-2DA07E5C2F39}"/>
              </a:ext>
            </a:extLst>
          </p:cNvPr>
          <p:cNvSpPr txBox="1"/>
          <p:nvPr/>
        </p:nvSpPr>
        <p:spPr>
          <a:xfrm>
            <a:off x="3588840" y="453106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34</a:t>
            </a:r>
            <a:endParaRPr lang="ko-KR" altLang="en-US" sz="10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6C817AF-2510-8FE5-F3F7-8C8DD7155E28}"/>
              </a:ext>
            </a:extLst>
          </p:cNvPr>
          <p:cNvSpPr txBox="1"/>
          <p:nvPr/>
        </p:nvSpPr>
        <p:spPr>
          <a:xfrm>
            <a:off x="3591287" y="475535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35</a:t>
            </a:r>
            <a:endParaRPr lang="ko-KR" altLang="en-US" sz="10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320C022-CA04-5ACE-7F5A-0194B1D6093B}"/>
              </a:ext>
            </a:extLst>
          </p:cNvPr>
          <p:cNvSpPr txBox="1"/>
          <p:nvPr/>
        </p:nvSpPr>
        <p:spPr>
          <a:xfrm>
            <a:off x="3584576" y="498171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36</a:t>
            </a:r>
            <a:endParaRPr lang="ko-KR" altLang="en-US" sz="10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549BA339-7F6A-DBB8-3D79-713F6676A1F9}"/>
              </a:ext>
            </a:extLst>
          </p:cNvPr>
          <p:cNvSpPr txBox="1"/>
          <p:nvPr/>
        </p:nvSpPr>
        <p:spPr>
          <a:xfrm>
            <a:off x="3581220" y="521651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37</a:t>
            </a:r>
            <a:endParaRPr lang="ko-KR" altLang="en-US" sz="10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7AEC264-3BB0-95DD-5784-B42DD64FE7D7}"/>
              </a:ext>
            </a:extLst>
          </p:cNvPr>
          <p:cNvSpPr txBox="1"/>
          <p:nvPr/>
        </p:nvSpPr>
        <p:spPr>
          <a:xfrm>
            <a:off x="3583667" y="544312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38</a:t>
            </a:r>
            <a:endParaRPr lang="ko-KR" altLang="en-US" sz="10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BE4906AE-B5C4-48C3-5B6B-747AE007F3B7}"/>
              </a:ext>
            </a:extLst>
          </p:cNvPr>
          <p:cNvSpPr txBox="1"/>
          <p:nvPr/>
        </p:nvSpPr>
        <p:spPr>
          <a:xfrm>
            <a:off x="3576956" y="566947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39</a:t>
            </a:r>
            <a:endParaRPr lang="ko-KR" altLang="en-US" sz="10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5C568B8-4515-B928-2136-B0A55E80CB34}"/>
              </a:ext>
            </a:extLst>
          </p:cNvPr>
          <p:cNvSpPr txBox="1"/>
          <p:nvPr/>
        </p:nvSpPr>
        <p:spPr>
          <a:xfrm>
            <a:off x="3573600" y="590427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40</a:t>
            </a:r>
            <a:endParaRPr lang="ko-KR" altLang="en-US" sz="10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1731E09-9B16-E31F-2B8D-CB46101A5295}"/>
              </a:ext>
            </a:extLst>
          </p:cNvPr>
          <p:cNvSpPr txBox="1"/>
          <p:nvPr/>
        </p:nvSpPr>
        <p:spPr>
          <a:xfrm>
            <a:off x="4993367" y="1540743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41</a:t>
            </a:r>
            <a:endParaRPr lang="ko-KR" altLang="en-US" sz="10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220B19C-300B-6FF3-2982-6F46D0397966}"/>
              </a:ext>
            </a:extLst>
          </p:cNvPr>
          <p:cNvSpPr txBox="1"/>
          <p:nvPr/>
        </p:nvSpPr>
        <p:spPr>
          <a:xfrm>
            <a:off x="4986656" y="176709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42</a:t>
            </a:r>
            <a:endParaRPr lang="ko-KR" altLang="en-US" sz="10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7C47D02-A254-7D77-FFA7-316896289B75}"/>
              </a:ext>
            </a:extLst>
          </p:cNvPr>
          <p:cNvSpPr txBox="1"/>
          <p:nvPr/>
        </p:nvSpPr>
        <p:spPr>
          <a:xfrm>
            <a:off x="4983300" y="2001898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43</a:t>
            </a:r>
            <a:endParaRPr lang="ko-KR" altLang="en-US" sz="10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79127B19-A9E8-8030-91E4-0E9D12CEEE0B}"/>
              </a:ext>
            </a:extLst>
          </p:cNvPr>
          <p:cNvSpPr txBox="1"/>
          <p:nvPr/>
        </p:nvSpPr>
        <p:spPr>
          <a:xfrm>
            <a:off x="4985747" y="2228508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44</a:t>
            </a:r>
            <a:endParaRPr lang="ko-KR" altLang="en-US" sz="10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9EF4822-7764-A6DC-138E-5C287992F019}"/>
              </a:ext>
            </a:extLst>
          </p:cNvPr>
          <p:cNvSpPr txBox="1"/>
          <p:nvPr/>
        </p:nvSpPr>
        <p:spPr>
          <a:xfrm>
            <a:off x="4979036" y="24548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45</a:t>
            </a:r>
            <a:endParaRPr lang="ko-KR" altLang="en-US" sz="10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54BB93D7-0696-D2C5-3F5D-8C9099FC1DE2}"/>
              </a:ext>
            </a:extLst>
          </p:cNvPr>
          <p:cNvSpPr txBox="1"/>
          <p:nvPr/>
        </p:nvSpPr>
        <p:spPr>
          <a:xfrm>
            <a:off x="4975680" y="2689663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46</a:t>
            </a:r>
            <a:endParaRPr lang="ko-KR" altLang="en-US" sz="10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9DCDB0E-E720-6B2A-AD9C-8B4042453D48}"/>
              </a:ext>
            </a:extLst>
          </p:cNvPr>
          <p:cNvSpPr txBox="1"/>
          <p:nvPr/>
        </p:nvSpPr>
        <p:spPr>
          <a:xfrm>
            <a:off x="4978127" y="2913960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47</a:t>
            </a:r>
            <a:endParaRPr lang="ko-KR" altLang="en-US" sz="10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B38CE2A-7B3B-D6D0-A858-DD6BD6A1F52B}"/>
              </a:ext>
            </a:extLst>
          </p:cNvPr>
          <p:cNvSpPr txBox="1"/>
          <p:nvPr/>
        </p:nvSpPr>
        <p:spPr>
          <a:xfrm>
            <a:off x="4971416" y="3140312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48</a:t>
            </a:r>
            <a:endParaRPr lang="ko-KR" altLang="en-US" sz="10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CA601BFB-3C26-5F6A-28F4-67A9F6B3BA1A}"/>
              </a:ext>
            </a:extLst>
          </p:cNvPr>
          <p:cNvSpPr txBox="1"/>
          <p:nvPr/>
        </p:nvSpPr>
        <p:spPr>
          <a:xfrm>
            <a:off x="4968060" y="3375115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49</a:t>
            </a:r>
            <a:endParaRPr lang="ko-KR" altLang="en-US" sz="10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9A6CDBB-424F-65F4-AC74-51686AC97943}"/>
              </a:ext>
            </a:extLst>
          </p:cNvPr>
          <p:cNvSpPr txBox="1"/>
          <p:nvPr/>
        </p:nvSpPr>
        <p:spPr>
          <a:xfrm>
            <a:off x="4970507" y="3601725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50</a:t>
            </a:r>
            <a:endParaRPr lang="ko-KR" altLang="en-US" sz="10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666686F-08FC-7D83-3B51-C2518ED1785F}"/>
              </a:ext>
            </a:extLst>
          </p:cNvPr>
          <p:cNvSpPr txBox="1"/>
          <p:nvPr/>
        </p:nvSpPr>
        <p:spPr>
          <a:xfrm>
            <a:off x="4963796" y="3828077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51</a:t>
            </a:r>
            <a:endParaRPr lang="ko-KR" altLang="en-US" sz="10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1F5BBD1-F33E-D71C-DB82-E0CED3F04026}"/>
              </a:ext>
            </a:extLst>
          </p:cNvPr>
          <p:cNvSpPr txBox="1"/>
          <p:nvPr/>
        </p:nvSpPr>
        <p:spPr>
          <a:xfrm>
            <a:off x="4960440" y="4062880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52</a:t>
            </a:r>
            <a:endParaRPr lang="ko-KR" altLang="en-US" sz="10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26591EB-14C9-C28C-DB67-3C8EA4225352}"/>
              </a:ext>
            </a:extLst>
          </p:cNvPr>
          <p:cNvSpPr txBox="1"/>
          <p:nvPr/>
        </p:nvSpPr>
        <p:spPr>
          <a:xfrm>
            <a:off x="4971416" y="43038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53</a:t>
            </a:r>
            <a:endParaRPr lang="ko-KR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5F3D093-07B6-D03F-760D-2D9FAF2E4751}"/>
              </a:ext>
            </a:extLst>
          </p:cNvPr>
          <p:cNvSpPr txBox="1"/>
          <p:nvPr/>
        </p:nvSpPr>
        <p:spPr>
          <a:xfrm>
            <a:off x="4968060" y="4538682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54</a:t>
            </a:r>
            <a:endParaRPr lang="ko-KR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A8EFBCA-C3AB-4A8F-1A09-8A14C2A2018D}"/>
              </a:ext>
            </a:extLst>
          </p:cNvPr>
          <p:cNvSpPr txBox="1"/>
          <p:nvPr/>
        </p:nvSpPr>
        <p:spPr>
          <a:xfrm>
            <a:off x="4970507" y="4762979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55</a:t>
            </a:r>
            <a:endParaRPr lang="ko-KR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DA97A5E-5B6F-74E9-901F-F9AE6D0634CF}"/>
              </a:ext>
            </a:extLst>
          </p:cNvPr>
          <p:cNvSpPr txBox="1"/>
          <p:nvPr/>
        </p:nvSpPr>
        <p:spPr>
          <a:xfrm>
            <a:off x="4963796" y="4989331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56</a:t>
            </a:r>
            <a:endParaRPr lang="ko-KR" altLang="en-US" sz="1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6DFDEBF-0804-7F03-E82F-1528BB2641BE}"/>
              </a:ext>
            </a:extLst>
          </p:cNvPr>
          <p:cNvSpPr txBox="1"/>
          <p:nvPr/>
        </p:nvSpPr>
        <p:spPr>
          <a:xfrm>
            <a:off x="4960440" y="5224134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57</a:t>
            </a:r>
            <a:endParaRPr lang="ko-KR" altLang="en-US" sz="10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CAFA5253-EA1F-425C-45EC-0D19CBC498D5}"/>
              </a:ext>
            </a:extLst>
          </p:cNvPr>
          <p:cNvSpPr txBox="1"/>
          <p:nvPr/>
        </p:nvSpPr>
        <p:spPr>
          <a:xfrm>
            <a:off x="4962887" y="5450744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58</a:t>
            </a:r>
            <a:endParaRPr lang="ko-KR" altLang="en-US" sz="10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A2F5443-E3F3-6FF5-0BD7-F34DD9D602DB}"/>
              </a:ext>
            </a:extLst>
          </p:cNvPr>
          <p:cNvSpPr txBox="1"/>
          <p:nvPr/>
        </p:nvSpPr>
        <p:spPr>
          <a:xfrm>
            <a:off x="4956176" y="5677096"/>
            <a:ext cx="332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59</a:t>
            </a:r>
            <a:endParaRPr lang="ko-KR" altLang="en-US" sz="10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59195509-41B8-A3E5-94DD-1FC6CB359CC4}"/>
              </a:ext>
            </a:extLst>
          </p:cNvPr>
          <p:cNvSpPr txBox="1"/>
          <p:nvPr/>
        </p:nvSpPr>
        <p:spPr>
          <a:xfrm>
            <a:off x="4952820" y="5911899"/>
            <a:ext cx="37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60</a:t>
            </a:r>
            <a:endParaRPr lang="ko-KR" altLang="en-US" sz="1000" dirty="0"/>
          </a:p>
        </p:txBody>
      </p: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7194D56D-3396-7A32-B17E-3D99099E5DA2}"/>
              </a:ext>
            </a:extLst>
          </p:cNvPr>
          <p:cNvCxnSpPr>
            <a:cxnSpLocks/>
          </p:cNvCxnSpPr>
          <p:nvPr/>
        </p:nvCxnSpPr>
        <p:spPr>
          <a:xfrm>
            <a:off x="2202000" y="2688949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CE56D4CE-4832-2F3A-5DA8-69EF3C261E11}"/>
              </a:ext>
            </a:extLst>
          </p:cNvPr>
          <p:cNvCxnSpPr>
            <a:cxnSpLocks/>
          </p:cNvCxnSpPr>
          <p:nvPr/>
        </p:nvCxnSpPr>
        <p:spPr>
          <a:xfrm>
            <a:off x="2270987" y="3842453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AE9261B2-0C04-9472-36AA-B74E2C2943F5}"/>
              </a:ext>
            </a:extLst>
          </p:cNvPr>
          <p:cNvCxnSpPr>
            <a:cxnSpLocks/>
          </p:cNvCxnSpPr>
          <p:nvPr/>
        </p:nvCxnSpPr>
        <p:spPr>
          <a:xfrm>
            <a:off x="2219687" y="4992150"/>
            <a:ext cx="8532675" cy="4277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302387E6-E979-174B-1158-F48392E229AD}"/>
              </a:ext>
            </a:extLst>
          </p:cNvPr>
          <p:cNvSpPr txBox="1"/>
          <p:nvPr/>
        </p:nvSpPr>
        <p:spPr>
          <a:xfrm>
            <a:off x="2197736" y="6173025"/>
            <a:ext cx="63080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*</a:t>
            </a:r>
            <a:r>
              <a:rPr lang="ko-KR" altLang="en-US" sz="1050" dirty="0"/>
              <a:t>문항번호를 클릭하면 해당 문항으로 이동합니다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CEAD0EF-890C-F46A-AFED-813640668A62}"/>
              </a:ext>
            </a:extLst>
          </p:cNvPr>
          <p:cNvSpPr/>
          <p:nvPr/>
        </p:nvSpPr>
        <p:spPr>
          <a:xfrm>
            <a:off x="2604664" y="1595449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3852DA6-BF5D-DE7A-76BD-73371F14954E}"/>
              </a:ext>
            </a:extLst>
          </p:cNvPr>
          <p:cNvSpPr/>
          <p:nvPr/>
        </p:nvSpPr>
        <p:spPr>
          <a:xfrm>
            <a:off x="2858499" y="2079855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8B457E-EC48-AF2B-9285-E5982C628B18}"/>
              </a:ext>
            </a:extLst>
          </p:cNvPr>
          <p:cNvSpPr/>
          <p:nvPr/>
        </p:nvSpPr>
        <p:spPr>
          <a:xfrm>
            <a:off x="108030" y="6413500"/>
            <a:ext cx="10531395" cy="485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788CF3-FAF0-D63F-00E3-7749BC99EE89}"/>
              </a:ext>
            </a:extLst>
          </p:cNvPr>
          <p:cNvSpPr/>
          <p:nvPr/>
        </p:nvSpPr>
        <p:spPr>
          <a:xfrm>
            <a:off x="8267700" y="6515100"/>
            <a:ext cx="2260600" cy="355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최종 제출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88FD46-5669-D294-91E2-09BA5ADBD1B4}"/>
              </a:ext>
            </a:extLst>
          </p:cNvPr>
          <p:cNvSpPr/>
          <p:nvPr/>
        </p:nvSpPr>
        <p:spPr>
          <a:xfrm>
            <a:off x="257175" y="6491137"/>
            <a:ext cx="1597025" cy="355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답안 수정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D8E662B-E28F-5AD3-B67F-DEAF5CCC8906}"/>
              </a:ext>
            </a:extLst>
          </p:cNvPr>
          <p:cNvSpPr/>
          <p:nvPr/>
        </p:nvSpPr>
        <p:spPr>
          <a:xfrm>
            <a:off x="2517775" y="1767095"/>
            <a:ext cx="1120140" cy="230474"/>
          </a:xfrm>
          <a:prstGeom prst="ellipse">
            <a:avLst/>
          </a:prstGeom>
          <a:solidFill>
            <a:srgbClr val="FFC000">
              <a:alpha val="42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FE2B68-C7E9-64AD-6DEA-3EE326210AF5}"/>
              </a:ext>
            </a:extLst>
          </p:cNvPr>
          <p:cNvSpPr/>
          <p:nvPr/>
        </p:nvSpPr>
        <p:spPr>
          <a:xfrm>
            <a:off x="8080375" y="6375400"/>
            <a:ext cx="2689225" cy="6731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1CDA03-FCA9-F997-1BE3-C6AB8F90B4A5}"/>
              </a:ext>
            </a:extLst>
          </p:cNvPr>
          <p:cNvSpPr/>
          <p:nvPr/>
        </p:nvSpPr>
        <p:spPr>
          <a:xfrm>
            <a:off x="3509917" y="3090114"/>
            <a:ext cx="5419725" cy="1280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D2F98E-30B5-BE51-2B2B-6E00E43ED4F5}"/>
              </a:ext>
            </a:extLst>
          </p:cNvPr>
          <p:cNvSpPr/>
          <p:nvPr/>
        </p:nvSpPr>
        <p:spPr>
          <a:xfrm>
            <a:off x="3505200" y="2719562"/>
            <a:ext cx="5422900" cy="3666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답안 제출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D8103-6C07-6E76-1B2D-C42734242190}"/>
              </a:ext>
            </a:extLst>
          </p:cNvPr>
          <p:cNvSpPr txBox="1"/>
          <p:nvPr/>
        </p:nvSpPr>
        <p:spPr>
          <a:xfrm>
            <a:off x="4581842" y="3225070"/>
            <a:ext cx="3606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답안을 </a:t>
            </a:r>
            <a:r>
              <a:rPr lang="ko-KR" altLang="en-US" dirty="0" err="1"/>
              <a:t>제출하시겠습니까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CBFD46-D1F7-9017-3702-AC0E691F56E6}"/>
              </a:ext>
            </a:extLst>
          </p:cNvPr>
          <p:cNvSpPr/>
          <p:nvPr/>
        </p:nvSpPr>
        <p:spPr>
          <a:xfrm>
            <a:off x="4699000" y="3873052"/>
            <a:ext cx="1412512" cy="3544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E50D79-7810-A241-1AF7-F8B6676A970A}"/>
              </a:ext>
            </a:extLst>
          </p:cNvPr>
          <p:cNvSpPr/>
          <p:nvPr/>
        </p:nvSpPr>
        <p:spPr>
          <a:xfrm>
            <a:off x="6429374" y="3873052"/>
            <a:ext cx="1412512" cy="3544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7883CBE6-F8F0-0EF5-CA22-A181DCC70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5DB900-95A8-E9B3-82B6-96273B683736}"/>
              </a:ext>
            </a:extLst>
          </p:cNvPr>
          <p:cNvSpPr/>
          <p:nvPr/>
        </p:nvSpPr>
        <p:spPr>
          <a:xfrm>
            <a:off x="108030" y="1115760"/>
            <a:ext cx="1781413" cy="355600"/>
          </a:xfrm>
          <a:prstGeom prst="rect">
            <a:avLst/>
          </a:prstGeom>
          <a:solidFill>
            <a:srgbClr val="009D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수험자</a:t>
            </a:r>
            <a:r>
              <a:rPr lang="ko-KR" altLang="en-US" sz="1400" dirty="0"/>
              <a:t> 정보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62D405-92B0-E1B0-1A4C-AFAB604BAB6E}"/>
              </a:ext>
            </a:extLst>
          </p:cNvPr>
          <p:cNvSpPr/>
          <p:nvPr/>
        </p:nvSpPr>
        <p:spPr>
          <a:xfrm>
            <a:off x="108030" y="1480885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BD51FD-3408-F8AB-49E8-F4E0851BF073}"/>
              </a:ext>
            </a:extLst>
          </p:cNvPr>
          <p:cNvSpPr/>
          <p:nvPr/>
        </p:nvSpPr>
        <p:spPr>
          <a:xfrm>
            <a:off x="108030" y="2174627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6C8321-4A20-3AA6-02F7-4F46D3ACA892}"/>
              </a:ext>
            </a:extLst>
          </p:cNvPr>
          <p:cNvSpPr/>
          <p:nvPr/>
        </p:nvSpPr>
        <p:spPr>
          <a:xfrm>
            <a:off x="108030" y="2855548"/>
            <a:ext cx="482520" cy="692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7E7825-CC8F-E1DA-7EF6-D3240D3FD64F}"/>
              </a:ext>
            </a:extLst>
          </p:cNvPr>
          <p:cNvSpPr txBox="1"/>
          <p:nvPr/>
        </p:nvSpPr>
        <p:spPr>
          <a:xfrm>
            <a:off x="101318" y="1701924"/>
            <a:ext cx="736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시험명</a:t>
            </a:r>
            <a:endParaRPr lang="ko-KR" alt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214C28-C60F-340E-58F8-BAC5A62D1CEF}"/>
              </a:ext>
            </a:extLst>
          </p:cNvPr>
          <p:cNvSpPr txBox="1"/>
          <p:nvPr/>
        </p:nvSpPr>
        <p:spPr>
          <a:xfrm>
            <a:off x="19050" y="2359313"/>
            <a:ext cx="69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시행일자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955F63-C065-8093-B376-4074489AA9DE}"/>
              </a:ext>
            </a:extLst>
          </p:cNvPr>
          <p:cNvSpPr txBox="1"/>
          <p:nvPr/>
        </p:nvSpPr>
        <p:spPr>
          <a:xfrm>
            <a:off x="19050" y="3148006"/>
            <a:ext cx="69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/>
              <a:t>남은시간</a:t>
            </a:r>
            <a:endParaRPr lang="ko-KR" altLang="en-US" sz="9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FAE125-74EE-930D-9895-2042E8120199}"/>
              </a:ext>
            </a:extLst>
          </p:cNvPr>
          <p:cNvSpPr/>
          <p:nvPr/>
        </p:nvSpPr>
        <p:spPr>
          <a:xfrm>
            <a:off x="609600" y="1490410"/>
            <a:ext cx="1290047" cy="2057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EC807C-8C29-A0F8-EEF0-FF22003E1E22}"/>
              </a:ext>
            </a:extLst>
          </p:cNvPr>
          <p:cNvSpPr txBox="1"/>
          <p:nvPr/>
        </p:nvSpPr>
        <p:spPr>
          <a:xfrm>
            <a:off x="648606" y="1702058"/>
            <a:ext cx="932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전기기능사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6D2C1-9814-F7C3-40CF-7D83EB3BB3D7}"/>
              </a:ext>
            </a:extLst>
          </p:cNvPr>
          <p:cNvSpPr txBox="1"/>
          <p:nvPr/>
        </p:nvSpPr>
        <p:spPr>
          <a:xfrm>
            <a:off x="653234" y="2326159"/>
            <a:ext cx="932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2026-xx-xx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85F9A-4A3C-35D3-E999-27F670F7DC1D}"/>
              </a:ext>
            </a:extLst>
          </p:cNvPr>
          <p:cNvSpPr txBox="1"/>
          <p:nvPr/>
        </p:nvSpPr>
        <p:spPr>
          <a:xfrm>
            <a:off x="633276" y="3124923"/>
            <a:ext cx="709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00:00</a:t>
            </a:r>
            <a:endParaRPr lang="ko-KR" altLang="en-US" sz="11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B743A8-26DA-25B4-A6DE-4500A18EB3AD}"/>
              </a:ext>
            </a:extLst>
          </p:cNvPr>
          <p:cNvSpPr/>
          <p:nvPr/>
        </p:nvSpPr>
        <p:spPr>
          <a:xfrm>
            <a:off x="108030" y="543222"/>
            <a:ext cx="10531395" cy="6314778"/>
          </a:xfrm>
          <a:prstGeom prst="rect">
            <a:avLst/>
          </a:prstGeom>
          <a:solidFill>
            <a:schemeClr val="bg1">
              <a:lumMod val="6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48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981E-162D-1651-B5C6-2BCEF316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E723A8-5691-5514-58A3-BE0EF87B3FBC}"/>
              </a:ext>
            </a:extLst>
          </p:cNvPr>
          <p:cNvSpPr txBox="1"/>
          <p:nvPr/>
        </p:nvSpPr>
        <p:spPr>
          <a:xfrm>
            <a:off x="3719511" y="3095625"/>
            <a:ext cx="5224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성적 분석 페이지 </a:t>
            </a:r>
            <a:r>
              <a:rPr lang="en-US" altLang="ko-KR" sz="2800" b="1" dirty="0"/>
              <a:t>&amp; </a:t>
            </a:r>
            <a:r>
              <a:rPr lang="ko-KR" altLang="en-US" sz="2800" b="1" dirty="0"/>
              <a:t>해설 페이지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356A2D3B-D0CE-F5A0-C126-AC7884F4C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3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70C4D90-13E1-A431-6972-D69D06D14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96474"/>
            <a:ext cx="9448800" cy="39766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79885F-BB24-D309-D71B-A47B9D29F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8021" y="0"/>
            <a:ext cx="5624713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8D9C007-F2A8-6CF7-0D66-794CC8A4F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650" y="7429499"/>
            <a:ext cx="5771456" cy="296906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E781B4-1BFF-DC3A-233F-FCE186DE4AD7}"/>
              </a:ext>
            </a:extLst>
          </p:cNvPr>
          <p:cNvSpPr txBox="1"/>
          <p:nvPr/>
        </p:nvSpPr>
        <p:spPr>
          <a:xfrm>
            <a:off x="108031" y="83820"/>
            <a:ext cx="10431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결과 화면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수험자</a:t>
            </a:r>
            <a:r>
              <a:rPr lang="ko-KR" altLang="en-US" sz="2000" dirty="0"/>
              <a:t> 인적사항</a:t>
            </a:r>
            <a:r>
              <a:rPr lang="en-US" altLang="ko-KR" sz="2000" dirty="0"/>
              <a:t>, </a:t>
            </a:r>
            <a:r>
              <a:rPr lang="ko-KR" altLang="en-US" sz="2000" dirty="0"/>
              <a:t>응시정보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합불여부</a:t>
            </a:r>
            <a:r>
              <a:rPr lang="ko-KR" altLang="en-US" sz="2000" dirty="0"/>
              <a:t> 취약점 진단</a:t>
            </a:r>
            <a:r>
              <a:rPr lang="en-US" altLang="ko-KR" sz="2000" dirty="0"/>
              <a:t>, </a:t>
            </a:r>
            <a:r>
              <a:rPr lang="ko-KR" altLang="en-US" sz="2000" dirty="0"/>
              <a:t>오답 정보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B9AC1F3C-E808-CACF-57BC-4AE09A0F7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5C7213B-4A35-29D0-47A5-2279F94F11C6}"/>
              </a:ext>
            </a:extLst>
          </p:cNvPr>
          <p:cNvSpPr/>
          <p:nvPr/>
        </p:nvSpPr>
        <p:spPr>
          <a:xfrm>
            <a:off x="1896177" y="896474"/>
            <a:ext cx="8714170" cy="1971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57A57-BEEE-FE21-3CAE-C6A2A006F9DA}"/>
              </a:ext>
            </a:extLst>
          </p:cNvPr>
          <p:cNvSpPr txBox="1"/>
          <p:nvPr/>
        </p:nvSpPr>
        <p:spPr>
          <a:xfrm>
            <a:off x="24063" y="896474"/>
            <a:ext cx="19587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60</a:t>
            </a:r>
            <a:r>
              <a:rPr lang="ko-KR" altLang="en-US" sz="1400" dirty="0" err="1"/>
              <a:t>문제중</a:t>
            </a:r>
            <a:r>
              <a:rPr lang="ko-KR" altLang="en-US" sz="1400" dirty="0"/>
              <a:t> </a:t>
            </a:r>
            <a:r>
              <a:rPr lang="en-US" altLang="ko-KR" sz="1400" dirty="0"/>
              <a:t>36</a:t>
            </a:r>
            <a:r>
              <a:rPr lang="ko-KR" altLang="en-US" sz="1400" dirty="0"/>
              <a:t>문제만</a:t>
            </a:r>
            <a:endParaRPr lang="en-US" altLang="ko-KR" sz="1400" dirty="0"/>
          </a:p>
          <a:p>
            <a:r>
              <a:rPr lang="ko-KR" altLang="en-US" sz="1400" dirty="0"/>
              <a:t>넘으면 합격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과목별 과락 없음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PASS OR FAIL </a:t>
            </a:r>
            <a:r>
              <a:rPr lang="ko-KR" altLang="en-US" sz="1400" dirty="0"/>
              <a:t>직관적으로 표기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778BAA-FA6A-0A55-C6FF-01E2526B5912}"/>
              </a:ext>
            </a:extLst>
          </p:cNvPr>
          <p:cNvSpPr/>
          <p:nvPr/>
        </p:nvSpPr>
        <p:spPr>
          <a:xfrm>
            <a:off x="4736382" y="2868328"/>
            <a:ext cx="5978991" cy="398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8FDD0-7BEF-8BB6-BD58-A0CD567AF541}"/>
              </a:ext>
            </a:extLst>
          </p:cNvPr>
          <p:cNvSpPr txBox="1"/>
          <p:nvPr/>
        </p:nvSpPr>
        <p:spPr>
          <a:xfrm>
            <a:off x="8135618" y="3089710"/>
            <a:ext cx="2737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 과목별 </a:t>
            </a:r>
            <a:r>
              <a:rPr lang="en-US" altLang="ko-KR" dirty="0"/>
              <a:t>20 </a:t>
            </a:r>
            <a:r>
              <a:rPr lang="ko-KR" altLang="en-US" dirty="0"/>
              <a:t>문제씩을 기준으로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맞춘 문제만큼 비율로 삼각형 그래프 제공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B0C3FC-329E-82A2-AB96-2E6B04CD4578}"/>
              </a:ext>
            </a:extLst>
          </p:cNvPr>
          <p:cNvSpPr/>
          <p:nvPr/>
        </p:nvSpPr>
        <p:spPr>
          <a:xfrm>
            <a:off x="6458552" y="2030931"/>
            <a:ext cx="1684421" cy="664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E0FB3-9F9E-F7CF-9624-DB7F056CA2BE}"/>
              </a:ext>
            </a:extLst>
          </p:cNvPr>
          <p:cNvSpPr txBox="1"/>
          <p:nvPr/>
        </p:nvSpPr>
        <p:spPr>
          <a:xfrm>
            <a:off x="5106202" y="1327361"/>
            <a:ext cx="3161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60</a:t>
            </a:r>
            <a:r>
              <a:rPr lang="ko-KR" altLang="en-US" dirty="0"/>
              <a:t>문제 </a:t>
            </a:r>
            <a:r>
              <a:rPr lang="en-US" altLang="ko-KR" dirty="0"/>
              <a:t>100</a:t>
            </a:r>
            <a:r>
              <a:rPr lang="ko-KR" altLang="en-US" dirty="0"/>
              <a:t>점 환산 점수</a:t>
            </a:r>
            <a:endParaRPr lang="en-US" altLang="ko-KR" dirty="0"/>
          </a:p>
          <a:p>
            <a:r>
              <a:rPr lang="ko-KR" altLang="en-US" dirty="0"/>
              <a:t>소수점 셋째자리에서 반올림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F63658-A732-F033-2604-72033A07DE82}"/>
              </a:ext>
            </a:extLst>
          </p:cNvPr>
          <p:cNvSpPr/>
          <p:nvPr/>
        </p:nvSpPr>
        <p:spPr>
          <a:xfrm>
            <a:off x="1694373" y="6858000"/>
            <a:ext cx="9021000" cy="289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5ABD9-1323-8D6E-51BE-727AA019140F}"/>
              </a:ext>
            </a:extLst>
          </p:cNvPr>
          <p:cNvSpPr txBox="1"/>
          <p:nvPr/>
        </p:nvSpPr>
        <p:spPr>
          <a:xfrm>
            <a:off x="-90600" y="7070824"/>
            <a:ext cx="167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과목별 분석표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8880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A4CCC6E-5D41-4D54-9078-EB7CC3B7885A}"/>
              </a:ext>
            </a:extLst>
          </p:cNvPr>
          <p:cNvSpPr txBox="1"/>
          <p:nvPr/>
        </p:nvSpPr>
        <p:spPr>
          <a:xfrm>
            <a:off x="309513" y="4627559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854233-9F40-F8C1-551C-4CC8A39E720A}"/>
              </a:ext>
            </a:extLst>
          </p:cNvPr>
          <p:cNvSpPr txBox="1"/>
          <p:nvPr/>
        </p:nvSpPr>
        <p:spPr>
          <a:xfrm>
            <a:off x="631372" y="4627558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/>
              <a:t>일 때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9229DAF-DFCE-C026-A0EC-B07BFAE9E9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878" y="5089953"/>
            <a:ext cx="1798745" cy="12458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6D488BD-39B7-23B8-786D-8464C8780AC6}"/>
              </a:ext>
            </a:extLst>
          </p:cNvPr>
          <p:cNvSpPr/>
          <p:nvPr/>
        </p:nvSpPr>
        <p:spPr>
          <a:xfrm>
            <a:off x="174172" y="696676"/>
            <a:ext cx="3778703" cy="49348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해설보기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11B79-4D80-1B6B-7958-531C4B063346}"/>
              </a:ext>
            </a:extLst>
          </p:cNvPr>
          <p:cNvSpPr txBox="1"/>
          <p:nvPr/>
        </p:nvSpPr>
        <p:spPr>
          <a:xfrm>
            <a:off x="317047" y="1256392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01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553D9-9558-6FBB-B248-DC47BFA1E328}"/>
              </a:ext>
            </a:extLst>
          </p:cNvPr>
          <p:cNvSpPr txBox="1"/>
          <p:nvPr/>
        </p:nvSpPr>
        <p:spPr>
          <a:xfrm>
            <a:off x="638906" y="1256391"/>
            <a:ext cx="268994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2개의 코일을 서로 근접시켰을 때 한 쪽 코일의 전류가 변화하면 다른 쪽 코일에 유도 기전력이 발생하는 현상을 무엇이라고 하는가?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30D7A-F194-2C8B-F0E3-7492E8C1D661}"/>
              </a:ext>
            </a:extLst>
          </p:cNvPr>
          <p:cNvSpPr txBox="1"/>
          <p:nvPr/>
        </p:nvSpPr>
        <p:spPr>
          <a:xfrm>
            <a:off x="631372" y="2092061"/>
            <a:ext cx="1009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상호 결합</a:t>
            </a:r>
          </a:p>
          <a:p>
            <a:r>
              <a:rPr lang="ko-KR" altLang="en-US" sz="1050" dirty="0"/>
              <a:t>② 자체유도</a:t>
            </a:r>
          </a:p>
          <a:p>
            <a:r>
              <a:rPr lang="ko-KR" altLang="en-US" sz="1050" dirty="0"/>
              <a:t>③ 상호 유도</a:t>
            </a:r>
          </a:p>
          <a:p>
            <a:r>
              <a:rPr lang="ko-KR" altLang="en-US" sz="1050" dirty="0"/>
              <a:t>④ 자체 결합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09ECFE-2D37-B286-EDF5-2D81235BB8D6}"/>
              </a:ext>
            </a:extLst>
          </p:cNvPr>
          <p:cNvSpPr/>
          <p:nvPr/>
        </p:nvSpPr>
        <p:spPr>
          <a:xfrm>
            <a:off x="174172" y="1190162"/>
            <a:ext cx="3778703" cy="4963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CE9504-1F85-FCA6-87BB-7AF4F709338B}"/>
              </a:ext>
            </a:extLst>
          </p:cNvPr>
          <p:cNvSpPr/>
          <p:nvPr/>
        </p:nvSpPr>
        <p:spPr>
          <a:xfrm>
            <a:off x="266700" y="2981325"/>
            <a:ext cx="3419475" cy="1285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310C1B-7B9C-72DA-5B03-3AE791AA288E}"/>
              </a:ext>
            </a:extLst>
          </p:cNvPr>
          <p:cNvSpPr txBox="1"/>
          <p:nvPr/>
        </p:nvSpPr>
        <p:spPr>
          <a:xfrm>
            <a:off x="269379" y="3011315"/>
            <a:ext cx="3143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전기이론</a:t>
            </a:r>
            <a:r>
              <a:rPr lang="en-US" altLang="ko-KR" sz="1000" dirty="0"/>
              <a:t>] – </a:t>
            </a:r>
            <a:r>
              <a:rPr lang="ko-KR" altLang="en-US" sz="1000" dirty="0"/>
              <a:t>상호유도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06D0D-8585-8AEA-6E44-6F80B0FC13C9}"/>
              </a:ext>
            </a:extLst>
          </p:cNvPr>
          <p:cNvSpPr txBox="1"/>
          <p:nvPr/>
        </p:nvSpPr>
        <p:spPr>
          <a:xfrm>
            <a:off x="355147" y="3287526"/>
            <a:ext cx="322625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상호 유도는 한쪽 코일</a:t>
            </a:r>
            <a:r>
              <a:rPr lang="en-US" altLang="ko-KR" sz="1050" dirty="0"/>
              <a:t>(1</a:t>
            </a:r>
            <a:r>
              <a:rPr lang="ko-KR" altLang="en-US" sz="1050" dirty="0"/>
              <a:t>차</a:t>
            </a:r>
            <a:r>
              <a:rPr lang="en-US" altLang="ko-KR" sz="1050" dirty="0"/>
              <a:t>)</a:t>
            </a:r>
            <a:r>
              <a:rPr lang="ko-KR" altLang="en-US" sz="1050" dirty="0"/>
              <a:t>에 흐르는 전류가 변하면 </a:t>
            </a:r>
            <a:r>
              <a:rPr lang="ko-KR" altLang="en-US" sz="1050" dirty="0" err="1"/>
              <a:t>자속이</a:t>
            </a:r>
            <a:r>
              <a:rPr lang="ko-KR" altLang="en-US" sz="1050" dirty="0"/>
              <a:t> 변하고</a:t>
            </a:r>
            <a:r>
              <a:rPr lang="en-US" altLang="ko-KR" sz="1050" dirty="0"/>
              <a:t>, </a:t>
            </a:r>
            <a:r>
              <a:rPr lang="ko-KR" altLang="en-US" sz="1050" dirty="0"/>
              <a:t>이 </a:t>
            </a:r>
            <a:r>
              <a:rPr lang="ko-KR" altLang="en-US" sz="1050" dirty="0" err="1"/>
              <a:t>자속이</a:t>
            </a:r>
            <a:r>
              <a:rPr lang="ko-KR" altLang="en-US" sz="1050" dirty="0"/>
              <a:t> 인접한 코일</a:t>
            </a:r>
            <a:r>
              <a:rPr lang="en-US" altLang="ko-KR" sz="1050" dirty="0"/>
              <a:t>(2</a:t>
            </a:r>
            <a:r>
              <a:rPr lang="ko-KR" altLang="en-US" sz="1050" dirty="0"/>
              <a:t>차</a:t>
            </a:r>
            <a:r>
              <a:rPr lang="en-US" altLang="ko-KR" sz="1050" dirty="0"/>
              <a:t>)</a:t>
            </a:r>
            <a:r>
              <a:rPr lang="ko-KR" altLang="en-US" sz="1050" dirty="0"/>
              <a:t>을 </a:t>
            </a:r>
            <a:r>
              <a:rPr lang="ko-KR" altLang="en-US" sz="1050" dirty="0" err="1"/>
              <a:t>쇄교하면서</a:t>
            </a:r>
            <a:r>
              <a:rPr lang="ko-KR" altLang="en-US" sz="1050" dirty="0"/>
              <a:t> 전압이 유도되는 현상을 의미한다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625C2-5C56-C117-757D-A02D6B4F7387}"/>
              </a:ext>
            </a:extLst>
          </p:cNvPr>
          <p:cNvSpPr txBox="1"/>
          <p:nvPr/>
        </p:nvSpPr>
        <p:spPr>
          <a:xfrm>
            <a:off x="3059839" y="4008569"/>
            <a:ext cx="740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정답</a:t>
            </a:r>
            <a:r>
              <a:rPr lang="en-US" altLang="ko-KR" sz="1050" dirty="0"/>
              <a:t>: </a:t>
            </a:r>
            <a:r>
              <a:rPr lang="ko-KR" altLang="en-US" sz="1050" dirty="0"/>
              <a:t>③</a:t>
            </a:r>
            <a:r>
              <a:rPr lang="en-US" altLang="ko-KR" sz="1050" dirty="0"/>
              <a:t> </a:t>
            </a:r>
            <a:endParaRPr lang="ko-KR" altLang="en-US" sz="105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CBA5E00-B3A6-8394-2F1B-C225065AFA65}"/>
              </a:ext>
            </a:extLst>
          </p:cNvPr>
          <p:cNvSpPr/>
          <p:nvPr/>
        </p:nvSpPr>
        <p:spPr>
          <a:xfrm>
            <a:off x="314325" y="1220152"/>
            <a:ext cx="372206" cy="3440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5C4AC4B-BFFD-7335-5ABA-12FCF783634E}"/>
              </a:ext>
            </a:extLst>
          </p:cNvPr>
          <p:cNvSpPr/>
          <p:nvPr/>
        </p:nvSpPr>
        <p:spPr>
          <a:xfrm>
            <a:off x="737764" y="2481274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1B91D455-859E-4A78-483E-2C5954CAE83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34488" y="1180637"/>
            <a:ext cx="210269" cy="4963896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18" name="Track">
              <a:extLst>
                <a:ext uri="{FF2B5EF4-FFF2-40B4-BE49-F238E27FC236}">
                  <a16:creationId xmlns:a16="http://schemas.microsoft.com/office/drawing/2014/main" id="{5BFEA6F1-A597-7E2C-9999-7EEE7CE6ABF5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9D032AD-7DDD-73DB-BDD0-D529DEC7883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A5D33BD-E87D-9A95-D55A-2565D0CCD43F}"/>
                </a:ext>
              </a:extLst>
            </p:cNvPr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D0363857-D101-1FB0-4471-C412787A4F50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C5081F-A9EC-8613-DFBA-3DB53060E841}"/>
              </a:ext>
            </a:extLst>
          </p:cNvPr>
          <p:cNvSpPr/>
          <p:nvPr/>
        </p:nvSpPr>
        <p:spPr>
          <a:xfrm>
            <a:off x="174172" y="5969394"/>
            <a:ext cx="3778703" cy="430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21FF1AD-54A3-EFC0-BD0E-3AAEB5993A51}"/>
              </a:ext>
            </a:extLst>
          </p:cNvPr>
          <p:cNvSpPr/>
          <p:nvPr/>
        </p:nvSpPr>
        <p:spPr>
          <a:xfrm>
            <a:off x="6296628" y="696676"/>
            <a:ext cx="3778703" cy="49348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해설보기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BC7CDAD-7A1C-FEA1-CB6B-2106F01678D7}"/>
              </a:ext>
            </a:extLst>
          </p:cNvPr>
          <p:cNvSpPr/>
          <p:nvPr/>
        </p:nvSpPr>
        <p:spPr>
          <a:xfrm>
            <a:off x="6296628" y="1190162"/>
            <a:ext cx="3778703" cy="4963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id="{82A8ECA9-B21C-EA13-FB42-54580AE297B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856944" y="1180637"/>
            <a:ext cx="210269" cy="4963896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41" name="Track">
              <a:extLst>
                <a:ext uri="{FF2B5EF4-FFF2-40B4-BE49-F238E27FC236}">
                  <a16:creationId xmlns:a16="http://schemas.microsoft.com/office/drawing/2014/main" id="{4723FDD2-74B1-F0B5-BDF8-C61122217A58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02B3E25-3196-BF29-F96F-614A399CEE3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5400000">
              <a:off x="4164445" y="2662912"/>
              <a:ext cx="1948638" cy="8884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hevron" descr="&lt;SmartSettings&gt;&lt;SmartResize anchorLeft=&quot;Non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479DA18-2C3C-5A67-8557-17320B4B8584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rot="10800000" flipH="1">
              <a:off x="5109981" y="1681739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Chevron" descr="&lt;SmartSettings&gt;&lt;SmartResize anchorLeft=&quot;None&quot; anchorTop=&quot;Non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FF2B2733-39C8-F5C5-F39E-8B12ED327D8D}"/>
                </a:ext>
              </a:extLst>
            </p:cNvPr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5109981" y="3911258"/>
              <a:ext cx="57566" cy="1786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5A95069-3110-FFC0-10C9-DD241C8AD9C2}"/>
              </a:ext>
            </a:extLst>
          </p:cNvPr>
          <p:cNvSpPr/>
          <p:nvPr/>
        </p:nvSpPr>
        <p:spPr>
          <a:xfrm>
            <a:off x="6296628" y="5950610"/>
            <a:ext cx="3778703" cy="4496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A16171-8C81-0D02-BBFB-18D298624094}"/>
              </a:ext>
            </a:extLst>
          </p:cNvPr>
          <p:cNvSpPr txBox="1"/>
          <p:nvPr/>
        </p:nvSpPr>
        <p:spPr>
          <a:xfrm>
            <a:off x="6460586" y="1310549"/>
            <a:ext cx="466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02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44EF78-C167-90F6-AC3D-F01CC463C84D}"/>
              </a:ext>
            </a:extLst>
          </p:cNvPr>
          <p:cNvSpPr txBox="1"/>
          <p:nvPr/>
        </p:nvSpPr>
        <p:spPr>
          <a:xfrm>
            <a:off x="6782445" y="1310548"/>
            <a:ext cx="26899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회로에서 검류계의 지시기가 </a:t>
            </a:r>
            <a:r>
              <a:rPr lang="en-US" altLang="ko-KR" sz="1100" dirty="0"/>
              <a:t>0</a:t>
            </a:r>
            <a:r>
              <a:rPr lang="ko-KR" altLang="en-US" sz="1100" dirty="0"/>
              <a:t>일 때 저항 </a:t>
            </a:r>
            <a:r>
              <a:rPr lang="en-US" altLang="ko-KR" sz="1100" dirty="0"/>
              <a:t>X</a:t>
            </a:r>
            <a:r>
              <a:rPr lang="ko-KR" altLang="en-US" sz="1100" dirty="0"/>
              <a:t>은 몇 </a:t>
            </a:r>
            <a:r>
              <a:rPr lang="en-US" altLang="ko-KR" sz="1100" dirty="0"/>
              <a:t>[Ω]</a:t>
            </a:r>
            <a:r>
              <a:rPr lang="ko-KR" altLang="en-US" sz="1100" dirty="0"/>
              <a:t>인가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3A495E-8A15-507E-01BC-E156541D10CF}"/>
              </a:ext>
            </a:extLst>
          </p:cNvPr>
          <p:cNvSpPr txBox="1"/>
          <p:nvPr/>
        </p:nvSpPr>
        <p:spPr>
          <a:xfrm>
            <a:off x="6842232" y="3129380"/>
            <a:ext cx="27413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① </a:t>
            </a:r>
            <a:r>
              <a:rPr lang="en-US" altLang="ko-KR" sz="1050" dirty="0"/>
              <a:t>10[Ω]	</a:t>
            </a:r>
            <a:r>
              <a:rPr lang="ko-KR" altLang="en-US" sz="1050" dirty="0"/>
              <a:t>② </a:t>
            </a:r>
            <a:r>
              <a:rPr lang="en-US" altLang="ko-KR" sz="1050" dirty="0"/>
              <a:t>40[Ω] </a:t>
            </a:r>
          </a:p>
          <a:p>
            <a:r>
              <a:rPr lang="ko-KR" altLang="en-US" sz="1050" dirty="0"/>
              <a:t>③ </a:t>
            </a:r>
            <a:r>
              <a:rPr lang="en-US" altLang="ko-KR" sz="1050" dirty="0"/>
              <a:t>100[Ω] 	</a:t>
            </a:r>
            <a:r>
              <a:rPr lang="ko-KR" altLang="en-US" sz="1050" dirty="0"/>
              <a:t>④ </a:t>
            </a:r>
            <a:r>
              <a:rPr lang="en-US" altLang="ko-KR" sz="1050" dirty="0"/>
              <a:t>400[Ω]</a:t>
            </a:r>
            <a:endParaRPr lang="ko-KR" altLang="en-US" sz="1050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56ABAFF-926B-0C7A-E109-3BF2D9EBF1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6951" y="1772943"/>
            <a:ext cx="1798745" cy="1245823"/>
          </a:xfrm>
          <a:prstGeom prst="rect">
            <a:avLst/>
          </a:prstGeom>
        </p:spPr>
      </p:pic>
      <p:sp>
        <p:nvSpPr>
          <p:cNvPr id="50" name="타원 49">
            <a:extLst>
              <a:ext uri="{FF2B5EF4-FFF2-40B4-BE49-F238E27FC236}">
                <a16:creationId xmlns:a16="http://schemas.microsoft.com/office/drawing/2014/main" id="{CD13F3F0-91B8-7B1D-DBDB-E3214C98995B}"/>
              </a:ext>
            </a:extLst>
          </p:cNvPr>
          <p:cNvSpPr/>
          <p:nvPr/>
        </p:nvSpPr>
        <p:spPr>
          <a:xfrm>
            <a:off x="6946361" y="3366221"/>
            <a:ext cx="116311" cy="1163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14802D8C-2103-5EE7-2DD1-4BE0A83DAB57}"/>
              </a:ext>
            </a:extLst>
          </p:cNvPr>
          <p:cNvCxnSpPr/>
          <p:nvPr/>
        </p:nvCxnSpPr>
        <p:spPr>
          <a:xfrm>
            <a:off x="7839075" y="3366221"/>
            <a:ext cx="58155" cy="581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6C19BA2-3296-4B86-BEFD-75EEFA07A4E9}"/>
              </a:ext>
            </a:extLst>
          </p:cNvPr>
          <p:cNvCxnSpPr/>
          <p:nvPr/>
        </p:nvCxnSpPr>
        <p:spPr>
          <a:xfrm flipV="1">
            <a:off x="7897230" y="3336925"/>
            <a:ext cx="87451" cy="874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27E801D-DA36-2C75-CC09-B856815481CD}"/>
              </a:ext>
            </a:extLst>
          </p:cNvPr>
          <p:cNvCxnSpPr/>
          <p:nvPr/>
        </p:nvCxnSpPr>
        <p:spPr>
          <a:xfrm flipV="1">
            <a:off x="6460586" y="1282172"/>
            <a:ext cx="336154" cy="3361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B9FE654-7D9D-3829-4B14-529DCCB24FEE}"/>
              </a:ext>
            </a:extLst>
          </p:cNvPr>
          <p:cNvSpPr/>
          <p:nvPr/>
        </p:nvSpPr>
        <p:spPr>
          <a:xfrm>
            <a:off x="6417330" y="3658239"/>
            <a:ext cx="3419475" cy="1521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729896-BF78-9038-1EAB-2526B99DA193}"/>
              </a:ext>
            </a:extLst>
          </p:cNvPr>
          <p:cNvSpPr txBox="1"/>
          <p:nvPr/>
        </p:nvSpPr>
        <p:spPr>
          <a:xfrm>
            <a:off x="6420009" y="3688229"/>
            <a:ext cx="3143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전기이론</a:t>
            </a:r>
            <a:r>
              <a:rPr lang="en-US" altLang="ko-KR" sz="1000" dirty="0"/>
              <a:t>] – </a:t>
            </a:r>
            <a:r>
              <a:rPr lang="ko-KR" altLang="en-US" sz="1000" dirty="0"/>
              <a:t>검류계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15A96D-60A4-81AA-BBED-5F90F78AC557}"/>
              </a:ext>
            </a:extLst>
          </p:cNvPr>
          <p:cNvSpPr txBox="1"/>
          <p:nvPr/>
        </p:nvSpPr>
        <p:spPr>
          <a:xfrm>
            <a:off x="6513940" y="3976018"/>
            <a:ext cx="3226253" cy="90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검류계의 </a:t>
            </a:r>
            <a:r>
              <a:rPr lang="ko-KR" altLang="en-US" sz="1050" dirty="0" err="1"/>
              <a:t>지시값이</a:t>
            </a:r>
            <a:r>
              <a:rPr lang="ko-KR" altLang="en-US" sz="1050" dirty="0"/>
              <a:t> </a:t>
            </a:r>
            <a:r>
              <a:rPr lang="en-US" altLang="ko-KR" sz="1050" dirty="0"/>
              <a:t>0</a:t>
            </a:r>
            <a:r>
              <a:rPr lang="ko-KR" altLang="en-US" sz="1050" dirty="0"/>
              <a:t>이므로 브리지가 평형 상태임을 의미한다</a:t>
            </a:r>
            <a:r>
              <a:rPr lang="en-US" altLang="ko-KR" sz="1050" dirty="0"/>
              <a:t>. </a:t>
            </a:r>
            <a:r>
              <a:rPr lang="ko-KR" altLang="en-US" sz="1050" dirty="0"/>
              <a:t>브리지가 평형인 경우 마주보는 저항의 곱은 서로 같으므로 </a:t>
            </a:r>
            <a:r>
              <a:rPr lang="en-US" altLang="ko-KR" sz="1050" dirty="0"/>
              <a:t>PR=QX</a:t>
            </a:r>
            <a:r>
              <a:rPr lang="ko-KR" altLang="en-US" sz="1050" dirty="0"/>
              <a:t>를 만족한다</a:t>
            </a:r>
            <a:r>
              <a:rPr lang="en-US" altLang="ko-KR" sz="1050" dirty="0"/>
              <a:t>. X</a:t>
            </a:r>
            <a:r>
              <a:rPr lang="ko-KR" altLang="en-US" sz="1050" dirty="0"/>
              <a:t>에 대해 식을 정리하고 대입하여 계산한다</a:t>
            </a:r>
            <a:r>
              <a:rPr lang="en-US" altLang="ko-KR" sz="1050" dirty="0"/>
              <a:t>. X=PR/Q=100X40/10 = 400[ohm]</a:t>
            </a:r>
            <a:endParaRPr lang="ko-KR" altLang="en-US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891BFB-1F65-8E6E-3EEF-697420967FAB}"/>
              </a:ext>
            </a:extLst>
          </p:cNvPr>
          <p:cNvSpPr txBox="1"/>
          <p:nvPr/>
        </p:nvSpPr>
        <p:spPr>
          <a:xfrm>
            <a:off x="9156585" y="4918570"/>
            <a:ext cx="740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정답</a:t>
            </a:r>
            <a:r>
              <a:rPr lang="en-US" altLang="ko-KR" sz="1050" dirty="0"/>
              <a:t>: </a:t>
            </a:r>
            <a:r>
              <a:rPr lang="ko-KR" altLang="en-US" sz="1050" dirty="0"/>
              <a:t>④</a:t>
            </a:r>
            <a:r>
              <a:rPr lang="en-US" altLang="ko-KR" sz="1050" dirty="0"/>
              <a:t> </a:t>
            </a:r>
            <a:endParaRPr lang="ko-KR" altLang="en-US" sz="105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D4980DC-9FDA-2539-DFA1-0AAC2804E0ED}"/>
              </a:ext>
            </a:extLst>
          </p:cNvPr>
          <p:cNvSpPr/>
          <p:nvPr/>
        </p:nvSpPr>
        <p:spPr>
          <a:xfrm>
            <a:off x="3952875" y="696676"/>
            <a:ext cx="1712197" cy="57036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A710292-1EFF-54AB-5C6D-48BFDFE639A3}"/>
              </a:ext>
            </a:extLst>
          </p:cNvPr>
          <p:cNvCxnSpPr>
            <a:cxnSpLocks/>
          </p:cNvCxnSpPr>
          <p:nvPr/>
        </p:nvCxnSpPr>
        <p:spPr>
          <a:xfrm>
            <a:off x="3952875" y="119016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F609668-1678-F0EF-438C-BA04C766ABCE}"/>
              </a:ext>
            </a:extLst>
          </p:cNvPr>
          <p:cNvCxnSpPr>
            <a:cxnSpLocks/>
          </p:cNvCxnSpPr>
          <p:nvPr/>
        </p:nvCxnSpPr>
        <p:spPr>
          <a:xfrm>
            <a:off x="3944758" y="1180635"/>
            <a:ext cx="17203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5C48DFE-AEDE-ED37-6FF2-D119805B0CD5}"/>
              </a:ext>
            </a:extLst>
          </p:cNvPr>
          <p:cNvSpPr/>
          <p:nvPr/>
        </p:nvSpPr>
        <p:spPr>
          <a:xfrm>
            <a:off x="4056106" y="128714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991CF36-AC60-103D-8FA4-FDDC9189B0A9}"/>
              </a:ext>
            </a:extLst>
          </p:cNvPr>
          <p:cNvSpPr/>
          <p:nvPr/>
        </p:nvSpPr>
        <p:spPr>
          <a:xfrm>
            <a:off x="4370505" y="1287149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24010E9-1069-2EC4-C802-1F3ED4B8D2EC}"/>
              </a:ext>
            </a:extLst>
          </p:cNvPr>
          <p:cNvSpPr/>
          <p:nvPr/>
        </p:nvSpPr>
        <p:spPr>
          <a:xfrm>
            <a:off x="4685847" y="1287149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CF2FB8E-3060-7874-6975-C51C171540F8}"/>
              </a:ext>
            </a:extLst>
          </p:cNvPr>
          <p:cNvSpPr/>
          <p:nvPr/>
        </p:nvSpPr>
        <p:spPr>
          <a:xfrm>
            <a:off x="4994829" y="128714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D61C093-802F-9D91-4064-1CAD856B95C8}"/>
              </a:ext>
            </a:extLst>
          </p:cNvPr>
          <p:cNvSpPr/>
          <p:nvPr/>
        </p:nvSpPr>
        <p:spPr>
          <a:xfrm>
            <a:off x="5310607" y="1289531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52AEC53-42E2-C484-C1F3-C02557A66A71}"/>
              </a:ext>
            </a:extLst>
          </p:cNvPr>
          <p:cNvSpPr/>
          <p:nvPr/>
        </p:nvSpPr>
        <p:spPr>
          <a:xfrm>
            <a:off x="4056106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FC7F8EC-2087-85E5-EF26-025786B979BF}"/>
              </a:ext>
            </a:extLst>
          </p:cNvPr>
          <p:cNvSpPr/>
          <p:nvPr/>
        </p:nvSpPr>
        <p:spPr>
          <a:xfrm>
            <a:off x="4370505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97E5009-2C73-4137-5E4C-FC38C8B1402F}"/>
              </a:ext>
            </a:extLst>
          </p:cNvPr>
          <p:cNvSpPr/>
          <p:nvPr/>
        </p:nvSpPr>
        <p:spPr>
          <a:xfrm>
            <a:off x="4685847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31388CE-A699-D2D0-D7F8-6A1405D61FE8}"/>
              </a:ext>
            </a:extLst>
          </p:cNvPr>
          <p:cNvSpPr/>
          <p:nvPr/>
        </p:nvSpPr>
        <p:spPr>
          <a:xfrm>
            <a:off x="4994829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31FD79C-08DE-2F69-3358-AF8F816769CE}"/>
              </a:ext>
            </a:extLst>
          </p:cNvPr>
          <p:cNvSpPr/>
          <p:nvPr/>
        </p:nvSpPr>
        <p:spPr>
          <a:xfrm>
            <a:off x="5310607" y="1566551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E7CD117-3F50-304E-C071-686EA9A0BBFA}"/>
              </a:ext>
            </a:extLst>
          </p:cNvPr>
          <p:cNvSpPr/>
          <p:nvPr/>
        </p:nvSpPr>
        <p:spPr>
          <a:xfrm>
            <a:off x="4050553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7102414-6DD2-8388-1909-A753ADC58EEA}"/>
              </a:ext>
            </a:extLst>
          </p:cNvPr>
          <p:cNvSpPr/>
          <p:nvPr/>
        </p:nvSpPr>
        <p:spPr>
          <a:xfrm>
            <a:off x="4364952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BF9F905-B22C-4A8C-9E59-53288D28230F}"/>
              </a:ext>
            </a:extLst>
          </p:cNvPr>
          <p:cNvSpPr/>
          <p:nvPr/>
        </p:nvSpPr>
        <p:spPr>
          <a:xfrm>
            <a:off x="4680294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59F30E2-A858-8CB5-7A77-AC72C4A13F0B}"/>
              </a:ext>
            </a:extLst>
          </p:cNvPr>
          <p:cNvSpPr/>
          <p:nvPr/>
        </p:nvSpPr>
        <p:spPr>
          <a:xfrm>
            <a:off x="4989276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839CC12-AB71-A287-BF14-046CF6627B85}"/>
              </a:ext>
            </a:extLst>
          </p:cNvPr>
          <p:cNvSpPr/>
          <p:nvPr/>
        </p:nvSpPr>
        <p:spPr>
          <a:xfrm>
            <a:off x="5305054" y="185785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0A2B363-0367-39D6-3D3B-392585F676D5}"/>
              </a:ext>
            </a:extLst>
          </p:cNvPr>
          <p:cNvSpPr/>
          <p:nvPr/>
        </p:nvSpPr>
        <p:spPr>
          <a:xfrm>
            <a:off x="4050553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A4A588F6-E11B-A314-273E-A7392389472D}"/>
              </a:ext>
            </a:extLst>
          </p:cNvPr>
          <p:cNvSpPr/>
          <p:nvPr/>
        </p:nvSpPr>
        <p:spPr>
          <a:xfrm>
            <a:off x="4364952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9CAD02-04B3-D4B7-0303-D0A049389003}"/>
              </a:ext>
            </a:extLst>
          </p:cNvPr>
          <p:cNvSpPr/>
          <p:nvPr/>
        </p:nvSpPr>
        <p:spPr>
          <a:xfrm>
            <a:off x="4680294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EA451A7-04E8-D297-9FEF-6C20D07C6253}"/>
              </a:ext>
            </a:extLst>
          </p:cNvPr>
          <p:cNvSpPr/>
          <p:nvPr/>
        </p:nvSpPr>
        <p:spPr>
          <a:xfrm>
            <a:off x="4989276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D5159AD-BA0B-4278-E9C2-D6670BAA2381}"/>
              </a:ext>
            </a:extLst>
          </p:cNvPr>
          <p:cNvSpPr/>
          <p:nvPr/>
        </p:nvSpPr>
        <p:spPr>
          <a:xfrm>
            <a:off x="5305054" y="213487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E1EBE2C-23D7-AA06-9664-182803F12128}"/>
              </a:ext>
            </a:extLst>
          </p:cNvPr>
          <p:cNvSpPr/>
          <p:nvPr/>
        </p:nvSpPr>
        <p:spPr>
          <a:xfrm>
            <a:off x="4047261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13B91EA-89BA-1AA1-AC1D-565AA393FC6D}"/>
              </a:ext>
            </a:extLst>
          </p:cNvPr>
          <p:cNvSpPr/>
          <p:nvPr/>
        </p:nvSpPr>
        <p:spPr>
          <a:xfrm>
            <a:off x="4361660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2BB5068-FD12-EAE9-5F95-1D2B32CF1416}"/>
              </a:ext>
            </a:extLst>
          </p:cNvPr>
          <p:cNvSpPr/>
          <p:nvPr/>
        </p:nvSpPr>
        <p:spPr>
          <a:xfrm>
            <a:off x="4677002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3E39871-94AB-AEC7-22F6-058203D42547}"/>
              </a:ext>
            </a:extLst>
          </p:cNvPr>
          <p:cNvSpPr/>
          <p:nvPr/>
        </p:nvSpPr>
        <p:spPr>
          <a:xfrm>
            <a:off x="4985984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39E3566-97AF-E5D0-E298-2123FD0B251B}"/>
              </a:ext>
            </a:extLst>
          </p:cNvPr>
          <p:cNvSpPr/>
          <p:nvPr/>
        </p:nvSpPr>
        <p:spPr>
          <a:xfrm>
            <a:off x="5301762" y="241189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DA8A152-FD61-CC6A-5EAB-A534014BB251}"/>
              </a:ext>
            </a:extLst>
          </p:cNvPr>
          <p:cNvSpPr/>
          <p:nvPr/>
        </p:nvSpPr>
        <p:spPr>
          <a:xfrm>
            <a:off x="4047261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4F355336-56C3-164A-534C-78319184F973}"/>
              </a:ext>
            </a:extLst>
          </p:cNvPr>
          <p:cNvSpPr/>
          <p:nvPr/>
        </p:nvSpPr>
        <p:spPr>
          <a:xfrm>
            <a:off x="4361660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B92F422E-9C7B-20C7-B944-F02D33EE7FEF}"/>
              </a:ext>
            </a:extLst>
          </p:cNvPr>
          <p:cNvSpPr/>
          <p:nvPr/>
        </p:nvSpPr>
        <p:spPr>
          <a:xfrm>
            <a:off x="4677002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40DA14E-7260-434C-A680-EF17C83F3BE4}"/>
              </a:ext>
            </a:extLst>
          </p:cNvPr>
          <p:cNvSpPr/>
          <p:nvPr/>
        </p:nvSpPr>
        <p:spPr>
          <a:xfrm>
            <a:off x="4985984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DB517DC-4B3E-2173-3A5A-69810495E3FE}"/>
              </a:ext>
            </a:extLst>
          </p:cNvPr>
          <p:cNvSpPr/>
          <p:nvPr/>
        </p:nvSpPr>
        <p:spPr>
          <a:xfrm>
            <a:off x="5301762" y="268891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31B72BBE-90B5-0EB1-D220-E0A0B48DCDD1}"/>
              </a:ext>
            </a:extLst>
          </p:cNvPr>
          <p:cNvCxnSpPr>
            <a:cxnSpLocks/>
          </p:cNvCxnSpPr>
          <p:nvPr/>
        </p:nvCxnSpPr>
        <p:spPr>
          <a:xfrm>
            <a:off x="3952875" y="291418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8921921-5937-DBB5-0B00-2C06D6E2834E}"/>
              </a:ext>
            </a:extLst>
          </p:cNvPr>
          <p:cNvSpPr/>
          <p:nvPr/>
        </p:nvSpPr>
        <p:spPr>
          <a:xfrm>
            <a:off x="4048486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1C55F3D-5CC0-147C-0F89-A2E0BC28C2D4}"/>
              </a:ext>
            </a:extLst>
          </p:cNvPr>
          <p:cNvSpPr/>
          <p:nvPr/>
        </p:nvSpPr>
        <p:spPr>
          <a:xfrm>
            <a:off x="4362885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F056E29-6200-4C69-0472-E4A6A066DDA3}"/>
              </a:ext>
            </a:extLst>
          </p:cNvPr>
          <p:cNvSpPr/>
          <p:nvPr/>
        </p:nvSpPr>
        <p:spPr>
          <a:xfrm>
            <a:off x="4678227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90B9763-4D47-DA4E-4181-5051DBF41F92}"/>
              </a:ext>
            </a:extLst>
          </p:cNvPr>
          <p:cNvSpPr/>
          <p:nvPr/>
        </p:nvSpPr>
        <p:spPr>
          <a:xfrm>
            <a:off x="4987209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BAB3723-533E-68F1-8104-3337F1F53977}"/>
              </a:ext>
            </a:extLst>
          </p:cNvPr>
          <p:cNvSpPr/>
          <p:nvPr/>
        </p:nvSpPr>
        <p:spPr>
          <a:xfrm>
            <a:off x="5302987" y="2983076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C0D6E1D-58C7-ABDE-8888-33D22553A735}"/>
              </a:ext>
            </a:extLst>
          </p:cNvPr>
          <p:cNvSpPr/>
          <p:nvPr/>
        </p:nvSpPr>
        <p:spPr>
          <a:xfrm>
            <a:off x="4048486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16D0095-9B77-9C21-F887-3F0352556143}"/>
              </a:ext>
            </a:extLst>
          </p:cNvPr>
          <p:cNvSpPr/>
          <p:nvPr/>
        </p:nvSpPr>
        <p:spPr>
          <a:xfrm>
            <a:off x="4362885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67622CB-AA65-2E8F-392F-6CE8E3D6DD6E}"/>
              </a:ext>
            </a:extLst>
          </p:cNvPr>
          <p:cNvSpPr/>
          <p:nvPr/>
        </p:nvSpPr>
        <p:spPr>
          <a:xfrm>
            <a:off x="4678227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2923BBD-6789-8BA8-CB29-9418219BAC6C}"/>
              </a:ext>
            </a:extLst>
          </p:cNvPr>
          <p:cNvSpPr/>
          <p:nvPr/>
        </p:nvSpPr>
        <p:spPr>
          <a:xfrm>
            <a:off x="4987209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17908C3-4C33-30A8-44C3-9C2188B3BD5E}"/>
              </a:ext>
            </a:extLst>
          </p:cNvPr>
          <p:cNvSpPr/>
          <p:nvPr/>
        </p:nvSpPr>
        <p:spPr>
          <a:xfrm>
            <a:off x="5302987" y="3260096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2AE4C33-D475-B315-DE1F-19BFBA54C47F}"/>
              </a:ext>
            </a:extLst>
          </p:cNvPr>
          <p:cNvSpPr/>
          <p:nvPr/>
        </p:nvSpPr>
        <p:spPr>
          <a:xfrm>
            <a:off x="4042933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FA38907-9F3C-C1A4-9E75-7335DFEFDE1F}"/>
              </a:ext>
            </a:extLst>
          </p:cNvPr>
          <p:cNvSpPr/>
          <p:nvPr/>
        </p:nvSpPr>
        <p:spPr>
          <a:xfrm>
            <a:off x="4357332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8BC94B2-29BF-C95E-A17A-E1F891C9A6DB}"/>
              </a:ext>
            </a:extLst>
          </p:cNvPr>
          <p:cNvSpPr/>
          <p:nvPr/>
        </p:nvSpPr>
        <p:spPr>
          <a:xfrm>
            <a:off x="4672674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52277C0-AE04-8B4B-6AAB-189E0353355C}"/>
              </a:ext>
            </a:extLst>
          </p:cNvPr>
          <p:cNvSpPr/>
          <p:nvPr/>
        </p:nvSpPr>
        <p:spPr>
          <a:xfrm>
            <a:off x="4981656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3F4F4B0A-744A-CAFE-3F88-E7BD9F9C7896}"/>
              </a:ext>
            </a:extLst>
          </p:cNvPr>
          <p:cNvSpPr/>
          <p:nvPr/>
        </p:nvSpPr>
        <p:spPr>
          <a:xfrm>
            <a:off x="5297434" y="355140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9BDBE17-D7FA-579F-EB3D-AE413B7F10F4}"/>
              </a:ext>
            </a:extLst>
          </p:cNvPr>
          <p:cNvSpPr/>
          <p:nvPr/>
        </p:nvSpPr>
        <p:spPr>
          <a:xfrm>
            <a:off x="4042933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A057983-A879-A5BA-7443-68F78BB90762}"/>
              </a:ext>
            </a:extLst>
          </p:cNvPr>
          <p:cNvSpPr/>
          <p:nvPr/>
        </p:nvSpPr>
        <p:spPr>
          <a:xfrm>
            <a:off x="4357332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D09DEA6B-6C97-3103-1D9D-732EFC2A51A2}"/>
              </a:ext>
            </a:extLst>
          </p:cNvPr>
          <p:cNvSpPr/>
          <p:nvPr/>
        </p:nvSpPr>
        <p:spPr>
          <a:xfrm>
            <a:off x="4672674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A659F4AB-4618-F5ED-C56E-FEEFE23CBD00}"/>
              </a:ext>
            </a:extLst>
          </p:cNvPr>
          <p:cNvSpPr/>
          <p:nvPr/>
        </p:nvSpPr>
        <p:spPr>
          <a:xfrm>
            <a:off x="4981656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681CC6F-F879-0AA8-1D2B-E3EB87EC5D00}"/>
              </a:ext>
            </a:extLst>
          </p:cNvPr>
          <p:cNvSpPr/>
          <p:nvPr/>
        </p:nvSpPr>
        <p:spPr>
          <a:xfrm>
            <a:off x="5297434" y="382842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5BF63E7-9AC2-F034-88F7-97C31E855818}"/>
              </a:ext>
            </a:extLst>
          </p:cNvPr>
          <p:cNvSpPr/>
          <p:nvPr/>
        </p:nvSpPr>
        <p:spPr>
          <a:xfrm>
            <a:off x="4039641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6B36408A-9087-AADF-969B-2C908E7EC37D}"/>
              </a:ext>
            </a:extLst>
          </p:cNvPr>
          <p:cNvSpPr/>
          <p:nvPr/>
        </p:nvSpPr>
        <p:spPr>
          <a:xfrm>
            <a:off x="4354040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81DAF3DC-8F8F-D5FB-FEF3-C8BCE627CBED}"/>
              </a:ext>
            </a:extLst>
          </p:cNvPr>
          <p:cNvSpPr/>
          <p:nvPr/>
        </p:nvSpPr>
        <p:spPr>
          <a:xfrm>
            <a:off x="4669382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9FEA291-28C2-F2C8-35F3-C01167EECAD5}"/>
              </a:ext>
            </a:extLst>
          </p:cNvPr>
          <p:cNvSpPr/>
          <p:nvPr/>
        </p:nvSpPr>
        <p:spPr>
          <a:xfrm>
            <a:off x="4978364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547A7236-E0BA-495F-8DDA-8F108BEE4A24}"/>
              </a:ext>
            </a:extLst>
          </p:cNvPr>
          <p:cNvSpPr/>
          <p:nvPr/>
        </p:nvSpPr>
        <p:spPr>
          <a:xfrm>
            <a:off x="5294142" y="410544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4231129-944F-3A2D-29DC-9AACAFF07A0B}"/>
              </a:ext>
            </a:extLst>
          </p:cNvPr>
          <p:cNvSpPr/>
          <p:nvPr/>
        </p:nvSpPr>
        <p:spPr>
          <a:xfrm>
            <a:off x="4039641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131C1DA8-7C46-8FB8-7009-8A57AFD970F8}"/>
              </a:ext>
            </a:extLst>
          </p:cNvPr>
          <p:cNvSpPr/>
          <p:nvPr/>
        </p:nvSpPr>
        <p:spPr>
          <a:xfrm>
            <a:off x="4354040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29EF790-A7BB-CC6C-5B93-88EDA7CFDFFE}"/>
              </a:ext>
            </a:extLst>
          </p:cNvPr>
          <p:cNvSpPr/>
          <p:nvPr/>
        </p:nvSpPr>
        <p:spPr>
          <a:xfrm>
            <a:off x="4669382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79DE063-CF9B-CE56-3D38-B043B37DAB66}"/>
              </a:ext>
            </a:extLst>
          </p:cNvPr>
          <p:cNvSpPr/>
          <p:nvPr/>
        </p:nvSpPr>
        <p:spPr>
          <a:xfrm>
            <a:off x="4978364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C4890BA-D9F1-03CC-09BE-5D8DECD01D16}"/>
              </a:ext>
            </a:extLst>
          </p:cNvPr>
          <p:cNvSpPr/>
          <p:nvPr/>
        </p:nvSpPr>
        <p:spPr>
          <a:xfrm>
            <a:off x="5294142" y="438246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60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46C7AB1-D820-16A8-F00B-E31CC3F24C8D}"/>
              </a:ext>
            </a:extLst>
          </p:cNvPr>
          <p:cNvSpPr txBox="1"/>
          <p:nvPr/>
        </p:nvSpPr>
        <p:spPr>
          <a:xfrm>
            <a:off x="4020629" y="765063"/>
            <a:ext cx="164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문항 바로가기</a:t>
            </a: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20624A8B-A301-A5A5-02A8-E76A03524D63}"/>
              </a:ext>
            </a:extLst>
          </p:cNvPr>
          <p:cNvCxnSpPr/>
          <p:nvPr/>
        </p:nvCxnSpPr>
        <p:spPr>
          <a:xfrm>
            <a:off x="3952875" y="4695825"/>
            <a:ext cx="17121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12411AF-AE90-8988-6733-1902CB3319AB}"/>
              </a:ext>
            </a:extLst>
          </p:cNvPr>
          <p:cNvSpPr/>
          <p:nvPr/>
        </p:nvSpPr>
        <p:spPr>
          <a:xfrm>
            <a:off x="4049485" y="5290248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782CED-8B86-BD92-D5A7-BDD90397172C}"/>
              </a:ext>
            </a:extLst>
          </p:cNvPr>
          <p:cNvSpPr txBox="1"/>
          <p:nvPr/>
        </p:nvSpPr>
        <p:spPr>
          <a:xfrm>
            <a:off x="4281297" y="5257697"/>
            <a:ext cx="789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맞힌 문항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06F1B7B-C2E1-B8B2-82C6-AA7C20C59CE6}"/>
              </a:ext>
            </a:extLst>
          </p:cNvPr>
          <p:cNvSpPr/>
          <p:nvPr/>
        </p:nvSpPr>
        <p:spPr>
          <a:xfrm>
            <a:off x="4050553" y="5536273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86A3030-6C28-7707-4F88-0EA7374D70E8}"/>
              </a:ext>
            </a:extLst>
          </p:cNvPr>
          <p:cNvSpPr/>
          <p:nvPr/>
        </p:nvSpPr>
        <p:spPr>
          <a:xfrm>
            <a:off x="4050553" y="577104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E2FD6AE-5C1E-1DF6-7410-6F889B9458CF}"/>
              </a:ext>
            </a:extLst>
          </p:cNvPr>
          <p:cNvSpPr txBox="1"/>
          <p:nvPr/>
        </p:nvSpPr>
        <p:spPr>
          <a:xfrm>
            <a:off x="4281297" y="5487985"/>
            <a:ext cx="789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틀린 문항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D36F909-E835-C93D-E002-9CDC8F3F49A7}"/>
              </a:ext>
            </a:extLst>
          </p:cNvPr>
          <p:cNvSpPr txBox="1"/>
          <p:nvPr/>
        </p:nvSpPr>
        <p:spPr>
          <a:xfrm>
            <a:off x="4288917" y="5736447"/>
            <a:ext cx="789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체크 문항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3A71754-DDE0-3714-3221-C05F738FA51C}"/>
              </a:ext>
            </a:extLst>
          </p:cNvPr>
          <p:cNvSpPr txBox="1"/>
          <p:nvPr/>
        </p:nvSpPr>
        <p:spPr>
          <a:xfrm>
            <a:off x="3953596" y="4766594"/>
            <a:ext cx="14971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해설 가이드</a:t>
            </a:r>
            <a:endParaRPr lang="en-US" altLang="ko-KR" sz="900" b="1" dirty="0"/>
          </a:p>
          <a:p>
            <a:r>
              <a:rPr lang="ko-KR" altLang="en-US" sz="900" dirty="0"/>
              <a:t>한 페이지 내 </a:t>
            </a:r>
            <a:r>
              <a:rPr lang="en-US" altLang="ko-KR" sz="900" dirty="0"/>
              <a:t>10</a:t>
            </a:r>
            <a:r>
              <a:rPr lang="ko-KR" altLang="en-US" sz="900" dirty="0"/>
              <a:t>문항의 해설이 노출됩니다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0A3E19C-316C-B35C-4DEB-1931705AAED7}"/>
              </a:ext>
            </a:extLst>
          </p:cNvPr>
          <p:cNvSpPr/>
          <p:nvPr/>
        </p:nvSpPr>
        <p:spPr>
          <a:xfrm>
            <a:off x="10095743" y="696676"/>
            <a:ext cx="1712197" cy="57036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1C85EF2-3ED5-BCA6-728B-942EE29C7B03}"/>
              </a:ext>
            </a:extLst>
          </p:cNvPr>
          <p:cNvCxnSpPr>
            <a:cxnSpLocks/>
          </p:cNvCxnSpPr>
          <p:nvPr/>
        </p:nvCxnSpPr>
        <p:spPr>
          <a:xfrm>
            <a:off x="10095743" y="119016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9741FB0A-2011-B488-AE41-CD1B2612AEFB}"/>
              </a:ext>
            </a:extLst>
          </p:cNvPr>
          <p:cNvCxnSpPr>
            <a:cxnSpLocks/>
          </p:cNvCxnSpPr>
          <p:nvPr/>
        </p:nvCxnSpPr>
        <p:spPr>
          <a:xfrm>
            <a:off x="10087626" y="1180635"/>
            <a:ext cx="17203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5C9FADF5-C88A-5220-F9BF-F1DDEE0EC295}"/>
              </a:ext>
            </a:extLst>
          </p:cNvPr>
          <p:cNvSpPr/>
          <p:nvPr/>
        </p:nvSpPr>
        <p:spPr>
          <a:xfrm>
            <a:off x="10198974" y="128714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E573F1AB-C7E1-3603-9FB3-646C4D40CF13}"/>
              </a:ext>
            </a:extLst>
          </p:cNvPr>
          <p:cNvSpPr/>
          <p:nvPr/>
        </p:nvSpPr>
        <p:spPr>
          <a:xfrm>
            <a:off x="10513373" y="1287149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43DC838-7AE5-B750-694C-2A54D887D4FD}"/>
              </a:ext>
            </a:extLst>
          </p:cNvPr>
          <p:cNvSpPr/>
          <p:nvPr/>
        </p:nvSpPr>
        <p:spPr>
          <a:xfrm>
            <a:off x="10828715" y="1287149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B73C754-8443-AFD4-4D48-4AB3A08119A4}"/>
              </a:ext>
            </a:extLst>
          </p:cNvPr>
          <p:cNvSpPr/>
          <p:nvPr/>
        </p:nvSpPr>
        <p:spPr>
          <a:xfrm>
            <a:off x="11137697" y="128714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57D0F5F0-A2B3-117B-B366-F80BE6498A86}"/>
              </a:ext>
            </a:extLst>
          </p:cNvPr>
          <p:cNvSpPr/>
          <p:nvPr/>
        </p:nvSpPr>
        <p:spPr>
          <a:xfrm>
            <a:off x="11453475" y="1289531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062FD0C0-52AE-A493-ED8C-46233B2C593C}"/>
              </a:ext>
            </a:extLst>
          </p:cNvPr>
          <p:cNvSpPr/>
          <p:nvPr/>
        </p:nvSpPr>
        <p:spPr>
          <a:xfrm>
            <a:off x="10198974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80CEEB87-7E3B-11A5-F93D-203DB26AADAA}"/>
              </a:ext>
            </a:extLst>
          </p:cNvPr>
          <p:cNvSpPr/>
          <p:nvPr/>
        </p:nvSpPr>
        <p:spPr>
          <a:xfrm>
            <a:off x="10513373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E8BF624-E5D8-CC9C-C34B-8F0002C15884}"/>
              </a:ext>
            </a:extLst>
          </p:cNvPr>
          <p:cNvSpPr/>
          <p:nvPr/>
        </p:nvSpPr>
        <p:spPr>
          <a:xfrm>
            <a:off x="10828715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83DC5EEF-3B52-5096-FF20-E7052729976F}"/>
              </a:ext>
            </a:extLst>
          </p:cNvPr>
          <p:cNvSpPr/>
          <p:nvPr/>
        </p:nvSpPr>
        <p:spPr>
          <a:xfrm>
            <a:off x="11137697" y="156416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0F41D648-6627-43D1-A51C-8441B5BD10DF}"/>
              </a:ext>
            </a:extLst>
          </p:cNvPr>
          <p:cNvSpPr/>
          <p:nvPr/>
        </p:nvSpPr>
        <p:spPr>
          <a:xfrm>
            <a:off x="11453475" y="1566551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741E4A6-52E9-8387-191E-9D48F7CDEF93}"/>
              </a:ext>
            </a:extLst>
          </p:cNvPr>
          <p:cNvSpPr/>
          <p:nvPr/>
        </p:nvSpPr>
        <p:spPr>
          <a:xfrm>
            <a:off x="10193421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1E09D3EE-A5D4-9142-E98B-CE27AFFD85A7}"/>
              </a:ext>
            </a:extLst>
          </p:cNvPr>
          <p:cNvSpPr/>
          <p:nvPr/>
        </p:nvSpPr>
        <p:spPr>
          <a:xfrm>
            <a:off x="10507820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A09BFA4C-1D79-9E2E-8EB3-E3A16675AAEB}"/>
              </a:ext>
            </a:extLst>
          </p:cNvPr>
          <p:cNvSpPr/>
          <p:nvPr/>
        </p:nvSpPr>
        <p:spPr>
          <a:xfrm>
            <a:off x="10823162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A3AF90F-0876-75AF-A359-CA969E7733C9}"/>
              </a:ext>
            </a:extLst>
          </p:cNvPr>
          <p:cNvSpPr/>
          <p:nvPr/>
        </p:nvSpPr>
        <p:spPr>
          <a:xfrm>
            <a:off x="11132144" y="185547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A615AEE1-9A46-D365-5C4E-843534373900}"/>
              </a:ext>
            </a:extLst>
          </p:cNvPr>
          <p:cNvSpPr/>
          <p:nvPr/>
        </p:nvSpPr>
        <p:spPr>
          <a:xfrm>
            <a:off x="11447922" y="185785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1F8C3610-39C3-10B9-B443-BC2D9D7F931F}"/>
              </a:ext>
            </a:extLst>
          </p:cNvPr>
          <p:cNvSpPr/>
          <p:nvPr/>
        </p:nvSpPr>
        <p:spPr>
          <a:xfrm>
            <a:off x="10193421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CE5B411-67D2-AE0C-D787-6E724929D39F}"/>
              </a:ext>
            </a:extLst>
          </p:cNvPr>
          <p:cNvSpPr/>
          <p:nvPr/>
        </p:nvSpPr>
        <p:spPr>
          <a:xfrm>
            <a:off x="10507820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D1B7BEF-5410-5382-8309-0BB95E2A694E}"/>
              </a:ext>
            </a:extLst>
          </p:cNvPr>
          <p:cNvSpPr/>
          <p:nvPr/>
        </p:nvSpPr>
        <p:spPr>
          <a:xfrm>
            <a:off x="10823162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AD5855BE-E384-A1AC-75A0-B97E05414544}"/>
              </a:ext>
            </a:extLst>
          </p:cNvPr>
          <p:cNvSpPr/>
          <p:nvPr/>
        </p:nvSpPr>
        <p:spPr>
          <a:xfrm>
            <a:off x="11132144" y="213249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13F4F37-9912-9F2A-E48C-43131EFB6B91}"/>
              </a:ext>
            </a:extLst>
          </p:cNvPr>
          <p:cNvSpPr/>
          <p:nvPr/>
        </p:nvSpPr>
        <p:spPr>
          <a:xfrm>
            <a:off x="11447922" y="213487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4804018-C4C0-A2A3-0526-00D9558726AC}"/>
              </a:ext>
            </a:extLst>
          </p:cNvPr>
          <p:cNvSpPr/>
          <p:nvPr/>
        </p:nvSpPr>
        <p:spPr>
          <a:xfrm>
            <a:off x="10190129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33536995-8E45-B8F9-2BED-950A93C29F07}"/>
              </a:ext>
            </a:extLst>
          </p:cNvPr>
          <p:cNvSpPr/>
          <p:nvPr/>
        </p:nvSpPr>
        <p:spPr>
          <a:xfrm>
            <a:off x="10504528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7DFB213B-9A8E-C8F4-AF26-7EFC6475DC45}"/>
              </a:ext>
            </a:extLst>
          </p:cNvPr>
          <p:cNvSpPr/>
          <p:nvPr/>
        </p:nvSpPr>
        <p:spPr>
          <a:xfrm>
            <a:off x="10819870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5D1DD07D-8D48-A456-035B-285EA8478EE8}"/>
              </a:ext>
            </a:extLst>
          </p:cNvPr>
          <p:cNvSpPr/>
          <p:nvPr/>
        </p:nvSpPr>
        <p:spPr>
          <a:xfrm>
            <a:off x="11128852" y="240951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ECBD213-EE79-043B-3143-BB57F1D54A0D}"/>
              </a:ext>
            </a:extLst>
          </p:cNvPr>
          <p:cNvSpPr/>
          <p:nvPr/>
        </p:nvSpPr>
        <p:spPr>
          <a:xfrm>
            <a:off x="11444630" y="241189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EAD6544D-5DE0-8F8D-9AD6-762C864B1C05}"/>
              </a:ext>
            </a:extLst>
          </p:cNvPr>
          <p:cNvSpPr/>
          <p:nvPr/>
        </p:nvSpPr>
        <p:spPr>
          <a:xfrm>
            <a:off x="10190129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3BA02C17-240A-C403-F77B-F0870C5010C2}"/>
              </a:ext>
            </a:extLst>
          </p:cNvPr>
          <p:cNvSpPr/>
          <p:nvPr/>
        </p:nvSpPr>
        <p:spPr>
          <a:xfrm>
            <a:off x="10504528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5D27654-EB86-6117-43F7-19E7650C5C9E}"/>
              </a:ext>
            </a:extLst>
          </p:cNvPr>
          <p:cNvSpPr/>
          <p:nvPr/>
        </p:nvSpPr>
        <p:spPr>
          <a:xfrm>
            <a:off x="10819870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577D440-1E9E-8595-F54C-E653E221C93A}"/>
              </a:ext>
            </a:extLst>
          </p:cNvPr>
          <p:cNvSpPr/>
          <p:nvPr/>
        </p:nvSpPr>
        <p:spPr>
          <a:xfrm>
            <a:off x="11128852" y="2686537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29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8EC9CDA9-19B4-46DD-5087-6E50D454BB23}"/>
              </a:ext>
            </a:extLst>
          </p:cNvPr>
          <p:cNvSpPr/>
          <p:nvPr/>
        </p:nvSpPr>
        <p:spPr>
          <a:xfrm>
            <a:off x="11444630" y="2688919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E4DB8DD0-9511-1124-42EB-C1EA2E67FEDD}"/>
              </a:ext>
            </a:extLst>
          </p:cNvPr>
          <p:cNvCxnSpPr>
            <a:cxnSpLocks/>
          </p:cNvCxnSpPr>
          <p:nvPr/>
        </p:nvCxnSpPr>
        <p:spPr>
          <a:xfrm>
            <a:off x="10095743" y="291418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AC5DD4A3-1496-EC89-685A-8BAD20DE2DA6}"/>
              </a:ext>
            </a:extLst>
          </p:cNvPr>
          <p:cNvSpPr/>
          <p:nvPr/>
        </p:nvSpPr>
        <p:spPr>
          <a:xfrm>
            <a:off x="10191354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FCB6279F-A5DD-FEE0-2499-C2D624FC6542}"/>
              </a:ext>
            </a:extLst>
          </p:cNvPr>
          <p:cNvSpPr/>
          <p:nvPr/>
        </p:nvSpPr>
        <p:spPr>
          <a:xfrm>
            <a:off x="10505753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06A896F8-F31B-835B-D998-603AD3E62882}"/>
              </a:ext>
            </a:extLst>
          </p:cNvPr>
          <p:cNvSpPr/>
          <p:nvPr/>
        </p:nvSpPr>
        <p:spPr>
          <a:xfrm>
            <a:off x="10821095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D8096864-1BDA-5626-1F53-A4BCEACA5CBA}"/>
              </a:ext>
            </a:extLst>
          </p:cNvPr>
          <p:cNvSpPr/>
          <p:nvPr/>
        </p:nvSpPr>
        <p:spPr>
          <a:xfrm>
            <a:off x="11130077" y="298069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22231D0D-18EA-C3FC-3ED5-ED20126B4AA7}"/>
              </a:ext>
            </a:extLst>
          </p:cNvPr>
          <p:cNvSpPr/>
          <p:nvPr/>
        </p:nvSpPr>
        <p:spPr>
          <a:xfrm>
            <a:off x="11445855" y="2983076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4B4E2E16-2DBE-03A6-A083-9CBB28B36BF6}"/>
              </a:ext>
            </a:extLst>
          </p:cNvPr>
          <p:cNvSpPr/>
          <p:nvPr/>
        </p:nvSpPr>
        <p:spPr>
          <a:xfrm>
            <a:off x="10191354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0C5F2F94-D04D-DD8F-AF54-B8A63F4BC7FB}"/>
              </a:ext>
            </a:extLst>
          </p:cNvPr>
          <p:cNvSpPr/>
          <p:nvPr/>
        </p:nvSpPr>
        <p:spPr>
          <a:xfrm>
            <a:off x="10505753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AF13EC62-9637-F031-2EE8-ECE7DAA01646}"/>
              </a:ext>
            </a:extLst>
          </p:cNvPr>
          <p:cNvSpPr/>
          <p:nvPr/>
        </p:nvSpPr>
        <p:spPr>
          <a:xfrm>
            <a:off x="10821095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72119441-DD5B-DA33-692E-46BD685049F6}"/>
              </a:ext>
            </a:extLst>
          </p:cNvPr>
          <p:cNvSpPr/>
          <p:nvPr/>
        </p:nvSpPr>
        <p:spPr>
          <a:xfrm>
            <a:off x="11130077" y="325771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39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EF7825D9-E32E-31C6-6027-5FA5CC962A3D}"/>
              </a:ext>
            </a:extLst>
          </p:cNvPr>
          <p:cNvSpPr/>
          <p:nvPr/>
        </p:nvSpPr>
        <p:spPr>
          <a:xfrm>
            <a:off x="11445855" y="3260096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8FABAC10-5181-8A20-2962-8144A45D9B1E}"/>
              </a:ext>
            </a:extLst>
          </p:cNvPr>
          <p:cNvSpPr/>
          <p:nvPr/>
        </p:nvSpPr>
        <p:spPr>
          <a:xfrm>
            <a:off x="10185801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6B2DC810-779C-C6D9-BF2D-46959F7CEFCB}"/>
              </a:ext>
            </a:extLst>
          </p:cNvPr>
          <p:cNvSpPr/>
          <p:nvPr/>
        </p:nvSpPr>
        <p:spPr>
          <a:xfrm>
            <a:off x="10500200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13FB6EB0-0E29-ABF7-124B-AF5F1AAEA634}"/>
              </a:ext>
            </a:extLst>
          </p:cNvPr>
          <p:cNvSpPr/>
          <p:nvPr/>
        </p:nvSpPr>
        <p:spPr>
          <a:xfrm>
            <a:off x="10815542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ECE91805-0B9A-66DB-9AE9-D67192AB3C62}"/>
              </a:ext>
            </a:extLst>
          </p:cNvPr>
          <p:cNvSpPr/>
          <p:nvPr/>
        </p:nvSpPr>
        <p:spPr>
          <a:xfrm>
            <a:off x="11124524" y="354902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4DB69DE6-3C08-79D2-011A-6BD0A518E44D}"/>
              </a:ext>
            </a:extLst>
          </p:cNvPr>
          <p:cNvSpPr/>
          <p:nvPr/>
        </p:nvSpPr>
        <p:spPr>
          <a:xfrm>
            <a:off x="11440302" y="355140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D266401E-3BEB-3333-4EC1-2D9D24582C38}"/>
              </a:ext>
            </a:extLst>
          </p:cNvPr>
          <p:cNvSpPr/>
          <p:nvPr/>
        </p:nvSpPr>
        <p:spPr>
          <a:xfrm>
            <a:off x="10185801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62E8F01B-7E52-AE4C-FFAC-B3128E4ABD2A}"/>
              </a:ext>
            </a:extLst>
          </p:cNvPr>
          <p:cNvSpPr/>
          <p:nvPr/>
        </p:nvSpPr>
        <p:spPr>
          <a:xfrm>
            <a:off x="10500200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E57F2D50-94AB-93FF-5F2F-7BC45D76AF0C}"/>
              </a:ext>
            </a:extLst>
          </p:cNvPr>
          <p:cNvSpPr/>
          <p:nvPr/>
        </p:nvSpPr>
        <p:spPr>
          <a:xfrm>
            <a:off x="10815542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42DC9836-9193-80AE-2FBE-CE1DDFCF23D5}"/>
              </a:ext>
            </a:extLst>
          </p:cNvPr>
          <p:cNvSpPr/>
          <p:nvPr/>
        </p:nvSpPr>
        <p:spPr>
          <a:xfrm>
            <a:off x="11124524" y="382604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49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19AB63D-4000-343A-1C64-5A60E84C2273}"/>
              </a:ext>
            </a:extLst>
          </p:cNvPr>
          <p:cNvSpPr/>
          <p:nvPr/>
        </p:nvSpPr>
        <p:spPr>
          <a:xfrm>
            <a:off x="11440302" y="382842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F52A1860-2C2D-A2A0-1643-2426371E80A1}"/>
              </a:ext>
            </a:extLst>
          </p:cNvPr>
          <p:cNvSpPr/>
          <p:nvPr/>
        </p:nvSpPr>
        <p:spPr>
          <a:xfrm>
            <a:off x="10182509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F6AB6F60-B44C-EC0B-13BA-55ED330FE77E}"/>
              </a:ext>
            </a:extLst>
          </p:cNvPr>
          <p:cNvSpPr/>
          <p:nvPr/>
        </p:nvSpPr>
        <p:spPr>
          <a:xfrm>
            <a:off x="10496908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8FED90C1-51FC-743F-CC2F-DE69584F8C5A}"/>
              </a:ext>
            </a:extLst>
          </p:cNvPr>
          <p:cNvSpPr/>
          <p:nvPr/>
        </p:nvSpPr>
        <p:spPr>
          <a:xfrm>
            <a:off x="10812250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916BA68-055E-7A8D-4447-8AA370C9F4D7}"/>
              </a:ext>
            </a:extLst>
          </p:cNvPr>
          <p:cNvSpPr/>
          <p:nvPr/>
        </p:nvSpPr>
        <p:spPr>
          <a:xfrm>
            <a:off x="11121232" y="410306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54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7E6AED1D-968F-6ACA-8AD5-887284C1B4B5}"/>
              </a:ext>
            </a:extLst>
          </p:cNvPr>
          <p:cNvSpPr/>
          <p:nvPr/>
        </p:nvSpPr>
        <p:spPr>
          <a:xfrm>
            <a:off x="11437010" y="410544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55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D9C7CE17-170C-F986-CD5D-528DB0D067DB}"/>
              </a:ext>
            </a:extLst>
          </p:cNvPr>
          <p:cNvSpPr/>
          <p:nvPr/>
        </p:nvSpPr>
        <p:spPr>
          <a:xfrm>
            <a:off x="10182509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AB194DFE-DBF1-D652-DFC9-D2C847C750D8}"/>
              </a:ext>
            </a:extLst>
          </p:cNvPr>
          <p:cNvSpPr/>
          <p:nvPr/>
        </p:nvSpPr>
        <p:spPr>
          <a:xfrm>
            <a:off x="10496908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57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FED81A25-8DFF-E229-6ED1-C63E1821AC64}"/>
              </a:ext>
            </a:extLst>
          </p:cNvPr>
          <p:cNvSpPr/>
          <p:nvPr/>
        </p:nvSpPr>
        <p:spPr>
          <a:xfrm>
            <a:off x="10812250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81EB512A-B4B6-4C63-252C-AC9368AB202B}"/>
              </a:ext>
            </a:extLst>
          </p:cNvPr>
          <p:cNvSpPr/>
          <p:nvPr/>
        </p:nvSpPr>
        <p:spPr>
          <a:xfrm>
            <a:off x="11121232" y="4380082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59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E46F0B7C-7238-DB2E-D5BF-F03847EC887D}"/>
              </a:ext>
            </a:extLst>
          </p:cNvPr>
          <p:cNvSpPr/>
          <p:nvPr/>
        </p:nvSpPr>
        <p:spPr>
          <a:xfrm>
            <a:off x="11437010" y="438246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60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E12EEF7D-2557-44C4-28BF-8F2E858D4C6D}"/>
              </a:ext>
            </a:extLst>
          </p:cNvPr>
          <p:cNvSpPr txBox="1"/>
          <p:nvPr/>
        </p:nvSpPr>
        <p:spPr>
          <a:xfrm>
            <a:off x="10163497" y="765063"/>
            <a:ext cx="164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문항 바로가기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19E05274-3EAA-5187-A3CC-9DD1125CDA69}"/>
              </a:ext>
            </a:extLst>
          </p:cNvPr>
          <p:cNvCxnSpPr/>
          <p:nvPr/>
        </p:nvCxnSpPr>
        <p:spPr>
          <a:xfrm>
            <a:off x="10095743" y="4695825"/>
            <a:ext cx="17121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ED36D9EA-13E5-8E22-0F3F-E8CE385A6567}"/>
              </a:ext>
            </a:extLst>
          </p:cNvPr>
          <p:cNvSpPr/>
          <p:nvPr/>
        </p:nvSpPr>
        <p:spPr>
          <a:xfrm>
            <a:off x="1500388" y="6015345"/>
            <a:ext cx="1028700" cy="3663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17492AF6-9A0F-BCF0-26AD-BA34185EB105}"/>
              </a:ext>
            </a:extLst>
          </p:cNvPr>
          <p:cNvSpPr/>
          <p:nvPr/>
        </p:nvSpPr>
        <p:spPr>
          <a:xfrm>
            <a:off x="2674611" y="6008668"/>
            <a:ext cx="624823" cy="3663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다</a:t>
            </a:r>
            <a:r>
              <a:rPr lang="ko-KR" altLang="en-US" sz="1050" dirty="0"/>
              <a:t>음</a:t>
            </a:r>
            <a:endParaRPr lang="en-US" altLang="ko-KR" sz="1050" dirty="0"/>
          </a:p>
          <a:p>
            <a:pPr algn="ctr"/>
            <a:r>
              <a:rPr lang="ko-KR" altLang="en-US" sz="1050" dirty="0"/>
              <a:t>페이지</a:t>
            </a:r>
            <a:endParaRPr lang="ko-KR" altLang="en-US" dirty="0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7A26018B-38BC-51F8-9F64-74A66417A076}"/>
              </a:ext>
            </a:extLst>
          </p:cNvPr>
          <p:cNvSpPr/>
          <p:nvPr/>
        </p:nvSpPr>
        <p:spPr>
          <a:xfrm>
            <a:off x="10233459" y="5302345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01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D72582F-A427-B197-69D6-29EDAE3CB847}"/>
              </a:ext>
            </a:extLst>
          </p:cNvPr>
          <p:cNvSpPr txBox="1"/>
          <p:nvPr/>
        </p:nvSpPr>
        <p:spPr>
          <a:xfrm>
            <a:off x="10465271" y="5269794"/>
            <a:ext cx="789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맞힌 문항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102058BC-F18A-4CDF-4C98-462FFE049B4E}"/>
              </a:ext>
            </a:extLst>
          </p:cNvPr>
          <p:cNvSpPr/>
          <p:nvPr/>
        </p:nvSpPr>
        <p:spPr>
          <a:xfrm>
            <a:off x="10234527" y="5548370"/>
            <a:ext cx="238364" cy="16065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02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27CA6ADD-9DFC-9051-2CC5-B4BC2155E94C}"/>
              </a:ext>
            </a:extLst>
          </p:cNvPr>
          <p:cNvSpPr/>
          <p:nvPr/>
        </p:nvSpPr>
        <p:spPr>
          <a:xfrm>
            <a:off x="10234527" y="5783144"/>
            <a:ext cx="238364" cy="16065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18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282BFF1-7F0D-38F1-EFF2-B586908F1691}"/>
              </a:ext>
            </a:extLst>
          </p:cNvPr>
          <p:cNvSpPr txBox="1"/>
          <p:nvPr/>
        </p:nvSpPr>
        <p:spPr>
          <a:xfrm>
            <a:off x="10465271" y="5500082"/>
            <a:ext cx="789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틀린 문항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09E7761-EEB7-9BB3-617B-732332C85735}"/>
              </a:ext>
            </a:extLst>
          </p:cNvPr>
          <p:cNvSpPr txBox="1"/>
          <p:nvPr/>
        </p:nvSpPr>
        <p:spPr>
          <a:xfrm>
            <a:off x="10472891" y="5748544"/>
            <a:ext cx="7898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체크 문항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35CAEEF-63AF-D691-1596-9D96BBB78DAA}"/>
              </a:ext>
            </a:extLst>
          </p:cNvPr>
          <p:cNvSpPr txBox="1"/>
          <p:nvPr/>
        </p:nvSpPr>
        <p:spPr>
          <a:xfrm>
            <a:off x="10137570" y="4778691"/>
            <a:ext cx="14971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해설 가이드</a:t>
            </a:r>
            <a:endParaRPr lang="en-US" altLang="ko-KR" sz="900" b="1" dirty="0"/>
          </a:p>
          <a:p>
            <a:r>
              <a:rPr lang="ko-KR" altLang="en-US" sz="900" dirty="0"/>
              <a:t>한 페이지 내 </a:t>
            </a:r>
            <a:r>
              <a:rPr lang="en-US" altLang="ko-KR" sz="900" dirty="0"/>
              <a:t>10</a:t>
            </a:r>
            <a:r>
              <a:rPr lang="ko-KR" altLang="en-US" sz="900" dirty="0"/>
              <a:t>문항의 해설이 노출됩니다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195DD-3822-8EC6-1A16-EC672B35C306}"/>
              </a:ext>
            </a:extLst>
          </p:cNvPr>
          <p:cNvSpPr txBox="1"/>
          <p:nvPr/>
        </p:nvSpPr>
        <p:spPr>
          <a:xfrm>
            <a:off x="108031" y="83820"/>
            <a:ext cx="10431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해설 </a:t>
            </a:r>
            <a:r>
              <a:rPr lang="en-US" altLang="ko-KR" sz="2000" dirty="0"/>
              <a:t>(</a:t>
            </a:r>
            <a:r>
              <a:rPr lang="ko-KR" altLang="en-US" sz="2000" dirty="0"/>
              <a:t>전체 </a:t>
            </a:r>
            <a:r>
              <a:rPr lang="en-US" altLang="ko-KR" sz="2000" dirty="0"/>
              <a:t>60</a:t>
            </a:r>
            <a:r>
              <a:rPr lang="ko-KR" altLang="en-US" sz="2000" dirty="0"/>
              <a:t>문항 해설 제공</a:t>
            </a:r>
            <a:r>
              <a:rPr lang="en-US" altLang="ko-KR" sz="2000" dirty="0"/>
              <a:t>, </a:t>
            </a:r>
            <a:r>
              <a:rPr lang="ko-KR" altLang="en-US" sz="2000" dirty="0"/>
              <a:t>틀린 문항</a:t>
            </a:r>
            <a:r>
              <a:rPr lang="en-US" altLang="ko-KR" sz="2000" dirty="0"/>
              <a:t>, </a:t>
            </a:r>
            <a:r>
              <a:rPr lang="ko-KR" altLang="en-US" sz="2000" dirty="0"/>
              <a:t>체크 문항 바로 가기 기능 지원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DAA2B02D-CAA7-ECF2-E7A8-04071FBE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81297" y="6030090"/>
            <a:ext cx="1082678" cy="262467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0313389A-08C3-C788-0E4B-E73646AA3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62747" y="325904"/>
            <a:ext cx="1082678" cy="26246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DEFD921B-E4C2-1167-180E-5695D11B4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37589" y="6044211"/>
            <a:ext cx="1082678" cy="262467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8099CA-63D1-D794-D599-D768E5AA43CB}"/>
              </a:ext>
            </a:extLst>
          </p:cNvPr>
          <p:cNvSpPr/>
          <p:nvPr/>
        </p:nvSpPr>
        <p:spPr>
          <a:xfrm>
            <a:off x="763433" y="6006231"/>
            <a:ext cx="624823" cy="3663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이전</a:t>
            </a:r>
            <a:endParaRPr lang="en-US" altLang="ko-KR" sz="1100" dirty="0"/>
          </a:p>
          <a:p>
            <a:pPr algn="ctr"/>
            <a:r>
              <a:rPr lang="ko-KR" altLang="en-US" sz="1050" dirty="0"/>
              <a:t>페이지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BD53CF-2FE4-32F7-5995-AB5067A10F91}"/>
              </a:ext>
            </a:extLst>
          </p:cNvPr>
          <p:cNvSpPr/>
          <p:nvPr/>
        </p:nvSpPr>
        <p:spPr>
          <a:xfrm>
            <a:off x="7764213" y="6009709"/>
            <a:ext cx="1028700" cy="3663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1/6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8A6FAB-2486-D0BA-F1D4-AF2F3767D1C0}"/>
              </a:ext>
            </a:extLst>
          </p:cNvPr>
          <p:cNvSpPr/>
          <p:nvPr/>
        </p:nvSpPr>
        <p:spPr>
          <a:xfrm>
            <a:off x="8938436" y="6003032"/>
            <a:ext cx="624823" cy="3663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다</a:t>
            </a:r>
            <a:r>
              <a:rPr lang="ko-KR" altLang="en-US" sz="1050" dirty="0"/>
              <a:t>음</a:t>
            </a:r>
            <a:endParaRPr lang="en-US" altLang="ko-KR" sz="1050" dirty="0"/>
          </a:p>
          <a:p>
            <a:pPr algn="ctr"/>
            <a:r>
              <a:rPr lang="ko-KR" altLang="en-US" sz="1050" dirty="0"/>
              <a:t>페이지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5716E4-4F71-E0E0-2CCB-E9D99F09B39C}"/>
              </a:ext>
            </a:extLst>
          </p:cNvPr>
          <p:cNvSpPr/>
          <p:nvPr/>
        </p:nvSpPr>
        <p:spPr>
          <a:xfrm>
            <a:off x="7027258" y="6000595"/>
            <a:ext cx="624823" cy="3663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이전</a:t>
            </a:r>
            <a:endParaRPr lang="en-US" altLang="ko-KR" sz="1100" dirty="0"/>
          </a:p>
          <a:p>
            <a:pPr algn="ctr"/>
            <a:r>
              <a:rPr lang="ko-KR" altLang="en-US" sz="1050" dirty="0"/>
              <a:t>페이지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2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FF64-3722-F86E-3EFC-613B4175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0E1804-CCD5-E3A1-B8B0-1211DE2CA728}"/>
              </a:ext>
            </a:extLst>
          </p:cNvPr>
          <p:cNvSpPr txBox="1"/>
          <p:nvPr/>
        </p:nvSpPr>
        <p:spPr>
          <a:xfrm>
            <a:off x="3719511" y="3095625"/>
            <a:ext cx="5224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관리자 페이지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546C51B5-83F6-0C94-8D75-8E11080DA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05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572B74A-303B-B8B1-CB5A-858B0B1DC051}"/>
              </a:ext>
            </a:extLst>
          </p:cNvPr>
          <p:cNvSpPr/>
          <p:nvPr/>
        </p:nvSpPr>
        <p:spPr>
          <a:xfrm>
            <a:off x="2214562" y="2041564"/>
            <a:ext cx="1800225" cy="1228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5B399-CE08-124F-AB54-323109E77E0C}"/>
              </a:ext>
            </a:extLst>
          </p:cNvPr>
          <p:cNvSpPr txBox="1"/>
          <p:nvPr/>
        </p:nvSpPr>
        <p:spPr>
          <a:xfrm>
            <a:off x="419100" y="708541"/>
            <a:ext cx="45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 생성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39B5999-B027-04CD-98F3-53829238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162050"/>
            <a:ext cx="6934200" cy="463567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377DD93-510E-A2FA-408A-E827B37B5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42" y="1645680"/>
            <a:ext cx="5595939" cy="415204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C1BE9D-EB0C-1094-C85A-A18A295176D1}"/>
              </a:ext>
            </a:extLst>
          </p:cNvPr>
          <p:cNvSpPr/>
          <p:nvPr/>
        </p:nvSpPr>
        <p:spPr>
          <a:xfrm>
            <a:off x="419098" y="4581525"/>
            <a:ext cx="12668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CBT </a:t>
            </a:r>
            <a:r>
              <a:rPr lang="ko-KR" altLang="en-US" sz="1000" dirty="0"/>
              <a:t>모의고사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D18939-D35B-69B0-72F1-22209958A902}"/>
              </a:ext>
            </a:extLst>
          </p:cNvPr>
          <p:cNvSpPr/>
          <p:nvPr/>
        </p:nvSpPr>
        <p:spPr>
          <a:xfrm>
            <a:off x="571498" y="48577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/>
              <a:t>카테고리 생성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DF3F5-0C76-910A-99E6-76DEE99FC5FE}"/>
              </a:ext>
            </a:extLst>
          </p:cNvPr>
          <p:cNvSpPr/>
          <p:nvPr/>
        </p:nvSpPr>
        <p:spPr>
          <a:xfrm>
            <a:off x="571497" y="5114925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문항 등록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53D27F-6904-B6F4-983A-B3978AE8BC15}"/>
              </a:ext>
            </a:extLst>
          </p:cNvPr>
          <p:cNvSpPr/>
          <p:nvPr/>
        </p:nvSpPr>
        <p:spPr>
          <a:xfrm>
            <a:off x="2124075" y="1866900"/>
            <a:ext cx="847725" cy="174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과정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D3A2FC-7CC8-02AC-970E-622BFC5126EB}"/>
              </a:ext>
            </a:extLst>
          </p:cNvPr>
          <p:cNvSpPr/>
          <p:nvPr/>
        </p:nvSpPr>
        <p:spPr>
          <a:xfrm>
            <a:off x="3359944" y="1866900"/>
            <a:ext cx="847725" cy="174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하위분류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646E1C-0A0D-9D99-8095-0D4A83832BE0}"/>
              </a:ext>
            </a:extLst>
          </p:cNvPr>
          <p:cNvSpPr/>
          <p:nvPr/>
        </p:nvSpPr>
        <p:spPr>
          <a:xfrm>
            <a:off x="4555331" y="1866900"/>
            <a:ext cx="847725" cy="174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하위분류</a:t>
            </a:r>
            <a:endParaRPr lang="ko-KR" altLang="en-US" sz="105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9828F6-8E7B-73D2-92D0-EEEBFDA963A3}"/>
              </a:ext>
            </a:extLst>
          </p:cNvPr>
          <p:cNvSpPr/>
          <p:nvPr/>
        </p:nvSpPr>
        <p:spPr>
          <a:xfrm>
            <a:off x="5750718" y="1866900"/>
            <a:ext cx="847725" cy="174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하위분류</a:t>
            </a:r>
            <a:endParaRPr lang="ko-KR" altLang="en-US" sz="105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82FE626-C189-BB10-82C1-D6304ACD129F}"/>
              </a:ext>
            </a:extLst>
          </p:cNvPr>
          <p:cNvSpPr/>
          <p:nvPr/>
        </p:nvSpPr>
        <p:spPr>
          <a:xfrm>
            <a:off x="2124075" y="2041564"/>
            <a:ext cx="847725" cy="6635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A08CCFA-7E7B-E8CD-0EF3-6A58849A7087}"/>
              </a:ext>
            </a:extLst>
          </p:cNvPr>
          <p:cNvSpPr/>
          <p:nvPr/>
        </p:nvSpPr>
        <p:spPr>
          <a:xfrm>
            <a:off x="3359944" y="2041564"/>
            <a:ext cx="847725" cy="6635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CA9F08-9999-B12D-FA11-563A667F2100}"/>
              </a:ext>
            </a:extLst>
          </p:cNvPr>
          <p:cNvSpPr/>
          <p:nvPr/>
        </p:nvSpPr>
        <p:spPr>
          <a:xfrm>
            <a:off x="4555331" y="2041564"/>
            <a:ext cx="847725" cy="6635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02A4CE-5C46-B400-6E97-CBD639CE9B99}"/>
              </a:ext>
            </a:extLst>
          </p:cNvPr>
          <p:cNvSpPr/>
          <p:nvPr/>
        </p:nvSpPr>
        <p:spPr>
          <a:xfrm>
            <a:off x="5750717" y="2041564"/>
            <a:ext cx="847725" cy="6635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0E3ADB-05E7-32B7-D17E-A74802779207}"/>
              </a:ext>
            </a:extLst>
          </p:cNvPr>
          <p:cNvSpPr/>
          <p:nvPr/>
        </p:nvSpPr>
        <p:spPr>
          <a:xfrm>
            <a:off x="2124075" y="2705100"/>
            <a:ext cx="847725" cy="247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TEXT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C7ACB2-4DC1-B679-7F56-1061A74B4490}"/>
              </a:ext>
            </a:extLst>
          </p:cNvPr>
          <p:cNvSpPr/>
          <p:nvPr/>
        </p:nvSpPr>
        <p:spPr>
          <a:xfrm>
            <a:off x="3359944" y="2705100"/>
            <a:ext cx="847725" cy="247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TEXT HERE</a:t>
            </a:r>
            <a:endParaRPr lang="ko-KR" altLang="en-US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2968CF-914D-E324-27CB-9BCF20F25D87}"/>
              </a:ext>
            </a:extLst>
          </p:cNvPr>
          <p:cNvSpPr/>
          <p:nvPr/>
        </p:nvSpPr>
        <p:spPr>
          <a:xfrm>
            <a:off x="4555329" y="2705100"/>
            <a:ext cx="847725" cy="247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TEXT HERE</a:t>
            </a:r>
            <a:endParaRPr lang="ko-KR" altLang="en-US" sz="10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89F444-A53A-7BA3-8FDA-C75B0CDBC6ED}"/>
              </a:ext>
            </a:extLst>
          </p:cNvPr>
          <p:cNvSpPr/>
          <p:nvPr/>
        </p:nvSpPr>
        <p:spPr>
          <a:xfrm>
            <a:off x="5750714" y="2705100"/>
            <a:ext cx="847725" cy="247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TEXT HERE</a:t>
            </a:r>
            <a:endParaRPr lang="ko-KR" altLang="en-US" sz="10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F740FD2-C0F8-F52A-EC9E-DBE6871FDB06}"/>
              </a:ext>
            </a:extLst>
          </p:cNvPr>
          <p:cNvSpPr/>
          <p:nvPr/>
        </p:nvSpPr>
        <p:spPr>
          <a:xfrm>
            <a:off x="3919538" y="4118102"/>
            <a:ext cx="847725" cy="174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과정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29C18E-307B-173B-3B75-1C74193B167E}"/>
              </a:ext>
            </a:extLst>
          </p:cNvPr>
          <p:cNvSpPr/>
          <p:nvPr/>
        </p:nvSpPr>
        <p:spPr>
          <a:xfrm>
            <a:off x="3919538" y="4292766"/>
            <a:ext cx="847725" cy="6635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A616A6-A863-7B21-00B5-9789505D1836}"/>
              </a:ext>
            </a:extLst>
          </p:cNvPr>
          <p:cNvSpPr/>
          <p:nvPr/>
        </p:nvSpPr>
        <p:spPr>
          <a:xfrm>
            <a:off x="3919538" y="4956302"/>
            <a:ext cx="847725" cy="247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전기기능사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AE2DC6-4E06-8F42-1572-73B58BEC2253}"/>
              </a:ext>
            </a:extLst>
          </p:cNvPr>
          <p:cNvSpPr txBox="1"/>
          <p:nvPr/>
        </p:nvSpPr>
        <p:spPr>
          <a:xfrm>
            <a:off x="3955256" y="4303373"/>
            <a:ext cx="7096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전기기능사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E07244-EFB8-F6B0-3310-B46C25E29DA2}"/>
              </a:ext>
            </a:extLst>
          </p:cNvPr>
          <p:cNvSpPr txBox="1"/>
          <p:nvPr/>
        </p:nvSpPr>
        <p:spPr>
          <a:xfrm>
            <a:off x="3955255" y="4449747"/>
            <a:ext cx="8477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산업안전기사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C5EEF00-1886-1907-F928-1317FA69B3D6}"/>
              </a:ext>
            </a:extLst>
          </p:cNvPr>
          <p:cNvSpPr/>
          <p:nvPr/>
        </p:nvSpPr>
        <p:spPr>
          <a:xfrm>
            <a:off x="2047875" y="1790700"/>
            <a:ext cx="1023938" cy="16383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829FC05-A34A-943D-2E1B-8C899DDADB4B}"/>
              </a:ext>
            </a:extLst>
          </p:cNvPr>
          <p:cNvCxnSpPr>
            <a:cxnSpLocks/>
          </p:cNvCxnSpPr>
          <p:nvPr/>
        </p:nvCxnSpPr>
        <p:spPr>
          <a:xfrm>
            <a:off x="2538412" y="3445752"/>
            <a:ext cx="1702595" cy="64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B1AA3AB-5867-8F4C-45BE-B1E57A957E6B}"/>
              </a:ext>
            </a:extLst>
          </p:cNvPr>
          <p:cNvSpPr txBox="1"/>
          <p:nvPr/>
        </p:nvSpPr>
        <p:spPr>
          <a:xfrm>
            <a:off x="1866898" y="5454571"/>
            <a:ext cx="55959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하단에 텍스트를 입력하고 등록 누를 시 과정 생성</a:t>
            </a:r>
            <a:endParaRPr lang="en-US" altLang="ko-KR" sz="1050" dirty="0"/>
          </a:p>
          <a:p>
            <a:r>
              <a:rPr lang="ko-KR" altLang="en-US" sz="1050" dirty="0"/>
              <a:t>상단 체크 표시 누르고 삭제 누르면 삭제  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D6AE3EC-FCF6-096A-1196-9AA45C1B11B4}"/>
              </a:ext>
            </a:extLst>
          </p:cNvPr>
          <p:cNvSpPr/>
          <p:nvPr/>
        </p:nvSpPr>
        <p:spPr>
          <a:xfrm>
            <a:off x="4408485" y="5273745"/>
            <a:ext cx="293688" cy="15978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/>
              <a:t>삭제</a:t>
            </a:r>
            <a:endParaRPr lang="ko-KR" altLang="en-US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E118B75-78C7-0CF7-FE91-0E64A1D049BA}"/>
              </a:ext>
            </a:extLst>
          </p:cNvPr>
          <p:cNvSpPr/>
          <p:nvPr/>
        </p:nvSpPr>
        <p:spPr>
          <a:xfrm>
            <a:off x="2175271" y="3004526"/>
            <a:ext cx="293688" cy="159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/>
              <a:t>등록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0687201-224C-AA8C-A33C-D19CF91BD001}"/>
              </a:ext>
            </a:extLst>
          </p:cNvPr>
          <p:cNvSpPr/>
          <p:nvPr/>
        </p:nvSpPr>
        <p:spPr>
          <a:xfrm>
            <a:off x="3977480" y="5273745"/>
            <a:ext cx="293688" cy="159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/>
              <a:t>등록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6FD49B1-0A8C-D2ED-AB83-54B050E78C25}"/>
              </a:ext>
            </a:extLst>
          </p:cNvPr>
          <p:cNvSpPr/>
          <p:nvPr/>
        </p:nvSpPr>
        <p:spPr>
          <a:xfrm>
            <a:off x="3952872" y="4360117"/>
            <a:ext cx="80982" cy="86746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0EDDEC5F-98C3-B132-95A3-61C47442C36E}"/>
              </a:ext>
            </a:extLst>
          </p:cNvPr>
          <p:cNvSpPr/>
          <p:nvPr/>
        </p:nvSpPr>
        <p:spPr>
          <a:xfrm>
            <a:off x="3952872" y="4512697"/>
            <a:ext cx="80982" cy="86746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79DFFF64-408D-34A5-E757-C76D2493CC4B}"/>
              </a:ext>
            </a:extLst>
          </p:cNvPr>
          <p:cNvSpPr/>
          <p:nvPr/>
        </p:nvSpPr>
        <p:spPr>
          <a:xfrm>
            <a:off x="3114674" y="2324100"/>
            <a:ext cx="123826" cy="116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FA9300BF-FBDE-848C-8401-7C9695B6B108}"/>
              </a:ext>
            </a:extLst>
          </p:cNvPr>
          <p:cNvSpPr/>
          <p:nvPr/>
        </p:nvSpPr>
        <p:spPr>
          <a:xfrm>
            <a:off x="4333078" y="2314946"/>
            <a:ext cx="123826" cy="116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1B2D627C-F855-AF37-0B77-3364137A5C84}"/>
              </a:ext>
            </a:extLst>
          </p:cNvPr>
          <p:cNvSpPr/>
          <p:nvPr/>
        </p:nvSpPr>
        <p:spPr>
          <a:xfrm>
            <a:off x="5501483" y="2324100"/>
            <a:ext cx="123826" cy="116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FD56E3E-E148-5181-375E-302AD76A1D03}"/>
              </a:ext>
            </a:extLst>
          </p:cNvPr>
          <p:cNvSpPr/>
          <p:nvPr/>
        </p:nvSpPr>
        <p:spPr>
          <a:xfrm>
            <a:off x="522286" y="4768850"/>
            <a:ext cx="1266827" cy="44347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4067CC-8E96-1D9F-D0ED-64A9E253C59D}"/>
              </a:ext>
            </a:extLst>
          </p:cNvPr>
          <p:cNvSpPr/>
          <p:nvPr/>
        </p:nvSpPr>
        <p:spPr>
          <a:xfrm>
            <a:off x="571496" y="53784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시험 생성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05142F-BDF1-A08C-C92A-B61C4C1EF425}"/>
              </a:ext>
            </a:extLst>
          </p:cNvPr>
          <p:cNvSpPr txBox="1"/>
          <p:nvPr/>
        </p:nvSpPr>
        <p:spPr>
          <a:xfrm>
            <a:off x="7700959" y="1714781"/>
            <a:ext cx="4305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교육 과정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전기기능사</a:t>
            </a:r>
            <a:r>
              <a:rPr lang="en-US" altLang="ko-KR" dirty="0"/>
              <a:t>, </a:t>
            </a:r>
            <a:r>
              <a:rPr lang="ko-KR" altLang="en-US" dirty="0"/>
              <a:t>산업안전기사 등</a:t>
            </a:r>
            <a:r>
              <a:rPr lang="en-US" altLang="ko-KR" dirty="0"/>
              <a:t>) </a:t>
            </a:r>
            <a:r>
              <a:rPr lang="ko-KR" altLang="en-US" dirty="0"/>
              <a:t>생성 및 삭제 기능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하위 분류 체계 설정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519248E9-2F84-190F-B244-7D78146C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73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86FB-7F93-EECC-E079-B3B3DDF3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666583-EA69-2A07-B35C-1D3209DDC6A4}"/>
              </a:ext>
            </a:extLst>
          </p:cNvPr>
          <p:cNvSpPr txBox="1"/>
          <p:nvPr/>
        </p:nvSpPr>
        <p:spPr>
          <a:xfrm>
            <a:off x="419100" y="708541"/>
            <a:ext cx="45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문항 등록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25A5113-A698-5DAC-4193-6B36FE726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162050"/>
            <a:ext cx="6934200" cy="463567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EB2672-7AA6-5DD0-EB9B-77C2BC6C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42" y="1645680"/>
            <a:ext cx="5595939" cy="415204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76B9FC-ED78-A82B-FF29-F40C1A5A324B}"/>
              </a:ext>
            </a:extLst>
          </p:cNvPr>
          <p:cNvSpPr/>
          <p:nvPr/>
        </p:nvSpPr>
        <p:spPr>
          <a:xfrm>
            <a:off x="419098" y="4581525"/>
            <a:ext cx="12668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CBT </a:t>
            </a:r>
            <a:r>
              <a:rPr lang="ko-KR" altLang="en-US" sz="1000" dirty="0"/>
              <a:t>모의고사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20BA74-EE9C-765C-A89A-EDC1C4086971}"/>
              </a:ext>
            </a:extLst>
          </p:cNvPr>
          <p:cNvSpPr/>
          <p:nvPr/>
        </p:nvSpPr>
        <p:spPr>
          <a:xfrm>
            <a:off x="571498" y="48577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/>
              <a:t>카테고리 생성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6901AF-0E2F-DE5D-754C-55123233F8B3}"/>
              </a:ext>
            </a:extLst>
          </p:cNvPr>
          <p:cNvSpPr/>
          <p:nvPr/>
        </p:nvSpPr>
        <p:spPr>
          <a:xfrm>
            <a:off x="571497" y="5114925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문항 등록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F5FED3-08B5-7C34-6939-9874C09B1984}"/>
              </a:ext>
            </a:extLst>
          </p:cNvPr>
          <p:cNvSpPr/>
          <p:nvPr/>
        </p:nvSpPr>
        <p:spPr>
          <a:xfrm>
            <a:off x="2025650" y="1797050"/>
            <a:ext cx="48831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B493A99-8D60-3741-0B8A-DA2AB621BC3A}"/>
              </a:ext>
            </a:extLst>
          </p:cNvPr>
          <p:cNvSpPr/>
          <p:nvPr/>
        </p:nvSpPr>
        <p:spPr>
          <a:xfrm>
            <a:off x="2209800" y="1905000"/>
            <a:ext cx="1524000" cy="1397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75441-2B76-FA89-256A-C8CD9F17FA3F}"/>
              </a:ext>
            </a:extLst>
          </p:cNvPr>
          <p:cNvSpPr txBox="1"/>
          <p:nvPr/>
        </p:nvSpPr>
        <p:spPr>
          <a:xfrm>
            <a:off x="2700337" y="1882517"/>
            <a:ext cx="13271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/>
              <a:t>검색조건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28371B-EDAA-3796-5C3D-3E88BD400BB3}"/>
              </a:ext>
            </a:extLst>
          </p:cNvPr>
          <p:cNvSpPr/>
          <p:nvPr/>
        </p:nvSpPr>
        <p:spPr>
          <a:xfrm>
            <a:off x="3886201" y="1882517"/>
            <a:ext cx="1095374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텍스트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35B97C-67A4-E9A2-79AE-C5BEB78E351E}"/>
              </a:ext>
            </a:extLst>
          </p:cNvPr>
          <p:cNvSpPr/>
          <p:nvPr/>
        </p:nvSpPr>
        <p:spPr>
          <a:xfrm>
            <a:off x="4981575" y="1882517"/>
            <a:ext cx="304008" cy="18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3AF3D-420D-D6D0-4646-FE13C469B1A4}"/>
              </a:ext>
            </a:extLst>
          </p:cNvPr>
          <p:cNvSpPr txBox="1"/>
          <p:nvPr/>
        </p:nvSpPr>
        <p:spPr>
          <a:xfrm>
            <a:off x="1924050" y="2393720"/>
            <a:ext cx="2400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등록 문항 현황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A18EFB3-1095-C796-6836-B6BB086BC1E6}"/>
              </a:ext>
            </a:extLst>
          </p:cNvPr>
          <p:cNvSpPr/>
          <p:nvPr/>
        </p:nvSpPr>
        <p:spPr>
          <a:xfrm>
            <a:off x="2025650" y="2649665"/>
            <a:ext cx="4883150" cy="2562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E1591B-7842-7AAF-93C5-B7FA94049415}"/>
              </a:ext>
            </a:extLst>
          </p:cNvPr>
          <p:cNvCxnSpPr/>
          <p:nvPr/>
        </p:nvCxnSpPr>
        <p:spPr>
          <a:xfrm>
            <a:off x="2025650" y="2876550"/>
            <a:ext cx="48831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B2348AA-C6A3-274C-9B41-B0B54FF7F984}"/>
              </a:ext>
            </a:extLst>
          </p:cNvPr>
          <p:cNvCxnSpPr>
            <a:cxnSpLocks/>
          </p:cNvCxnSpPr>
          <p:nvPr/>
        </p:nvCxnSpPr>
        <p:spPr>
          <a:xfrm>
            <a:off x="2573337" y="2649665"/>
            <a:ext cx="0" cy="2562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F3ACB0C-172A-BEA7-EC7C-BEA46AFD159A}"/>
              </a:ext>
            </a:extLst>
          </p:cNvPr>
          <p:cNvCxnSpPr>
            <a:cxnSpLocks/>
          </p:cNvCxnSpPr>
          <p:nvPr/>
        </p:nvCxnSpPr>
        <p:spPr>
          <a:xfrm>
            <a:off x="3911601" y="2649664"/>
            <a:ext cx="0" cy="2562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541301E-09FB-2D8B-3469-B25CD28EFB9F}"/>
              </a:ext>
            </a:extLst>
          </p:cNvPr>
          <p:cNvCxnSpPr>
            <a:cxnSpLocks/>
          </p:cNvCxnSpPr>
          <p:nvPr/>
        </p:nvCxnSpPr>
        <p:spPr>
          <a:xfrm>
            <a:off x="6076943" y="2662365"/>
            <a:ext cx="0" cy="25499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8F585B1-A126-4382-650D-AD4B1F69AC24}"/>
              </a:ext>
            </a:extLst>
          </p:cNvPr>
          <p:cNvSpPr txBox="1"/>
          <p:nvPr/>
        </p:nvSpPr>
        <p:spPr>
          <a:xfrm>
            <a:off x="2025650" y="2662365"/>
            <a:ext cx="5524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/>
              <a:t>문제코드</a:t>
            </a:r>
            <a:endParaRPr lang="ko-KR" altLang="en-US"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762EE7-613D-175E-D339-8CAE8E1C4A30}"/>
              </a:ext>
            </a:extLst>
          </p:cNvPr>
          <p:cNvSpPr txBox="1"/>
          <p:nvPr/>
        </p:nvSpPr>
        <p:spPr>
          <a:xfrm>
            <a:off x="2371726" y="2655470"/>
            <a:ext cx="17017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카테고리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49947A-F2FA-E87F-7655-B6C6A15E55FA}"/>
              </a:ext>
            </a:extLst>
          </p:cNvPr>
          <p:cNvSpPr txBox="1"/>
          <p:nvPr/>
        </p:nvSpPr>
        <p:spPr>
          <a:xfrm>
            <a:off x="6254750" y="2670687"/>
            <a:ext cx="514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/>
              <a:t>유지보수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2C40B1-8C6E-7833-4371-F53AF7F3E9EB}"/>
              </a:ext>
            </a:extLst>
          </p:cNvPr>
          <p:cNvSpPr txBox="1"/>
          <p:nvPr/>
        </p:nvSpPr>
        <p:spPr>
          <a:xfrm>
            <a:off x="4083049" y="2653295"/>
            <a:ext cx="1568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문항 내용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8F885A-0933-2037-3071-F5868E0AFE0F}"/>
              </a:ext>
            </a:extLst>
          </p:cNvPr>
          <p:cNvCxnSpPr/>
          <p:nvPr/>
        </p:nvCxnSpPr>
        <p:spPr>
          <a:xfrm>
            <a:off x="2025650" y="3124200"/>
            <a:ext cx="4883150" cy="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BE865FA-51EA-C976-64DD-D6C2AB10DDDB}"/>
              </a:ext>
            </a:extLst>
          </p:cNvPr>
          <p:cNvCxnSpPr/>
          <p:nvPr/>
        </p:nvCxnSpPr>
        <p:spPr>
          <a:xfrm>
            <a:off x="2025650" y="3371850"/>
            <a:ext cx="4883150" cy="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55691CB-4F10-D381-0681-D9C03F917005}"/>
              </a:ext>
            </a:extLst>
          </p:cNvPr>
          <p:cNvSpPr txBox="1"/>
          <p:nvPr/>
        </p:nvSpPr>
        <p:spPr>
          <a:xfrm>
            <a:off x="2061367" y="2882187"/>
            <a:ext cx="511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1001</a:t>
            </a:r>
            <a:endParaRPr lang="ko-KR" altLang="en-US" sz="9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E1A52A-BEC9-A123-4915-11115331821F}"/>
              </a:ext>
            </a:extLst>
          </p:cNvPr>
          <p:cNvSpPr txBox="1"/>
          <p:nvPr/>
        </p:nvSpPr>
        <p:spPr>
          <a:xfrm>
            <a:off x="2061367" y="3127733"/>
            <a:ext cx="511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1002</a:t>
            </a:r>
            <a:endParaRPr lang="ko-KR" altLang="en-US" sz="9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943987-C85A-BB3F-4DFD-0C10F8293C63}"/>
              </a:ext>
            </a:extLst>
          </p:cNvPr>
          <p:cNvSpPr txBox="1"/>
          <p:nvPr/>
        </p:nvSpPr>
        <p:spPr>
          <a:xfrm>
            <a:off x="2573333" y="2907587"/>
            <a:ext cx="13335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전기기능사</a:t>
            </a:r>
            <a:r>
              <a:rPr lang="en-US" altLang="ko-KR" sz="600" dirty="0"/>
              <a:t>&gt;</a:t>
            </a:r>
            <a:r>
              <a:rPr lang="ko-KR" altLang="en-US" sz="600" dirty="0"/>
              <a:t>전기이론</a:t>
            </a:r>
            <a:r>
              <a:rPr lang="en-US" altLang="ko-KR" sz="600" dirty="0"/>
              <a:t>&gt;</a:t>
            </a:r>
            <a:r>
              <a:rPr lang="ko-KR" altLang="en-US" sz="600" dirty="0" err="1"/>
              <a:t>쿨롱의</a:t>
            </a:r>
            <a:r>
              <a:rPr lang="ko-KR" altLang="en-US" sz="600" dirty="0"/>
              <a:t> 힘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E270C6-1D61-109A-AC5C-FBE95DBF0058}"/>
              </a:ext>
            </a:extLst>
          </p:cNvPr>
          <p:cNvSpPr txBox="1"/>
          <p:nvPr/>
        </p:nvSpPr>
        <p:spPr>
          <a:xfrm>
            <a:off x="2573332" y="3155236"/>
            <a:ext cx="13335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전기기능사</a:t>
            </a:r>
            <a:r>
              <a:rPr lang="en-US" altLang="ko-KR" sz="600" dirty="0"/>
              <a:t>&gt;</a:t>
            </a:r>
            <a:r>
              <a:rPr lang="ko-KR" altLang="en-US" sz="600" dirty="0"/>
              <a:t>전기기기</a:t>
            </a:r>
            <a:r>
              <a:rPr lang="en-US" altLang="ko-KR" sz="600" dirty="0"/>
              <a:t>&gt;</a:t>
            </a:r>
            <a:r>
              <a:rPr lang="ko-KR" altLang="en-US" sz="600" dirty="0"/>
              <a:t>변압기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806779-3796-54EB-B52E-198A24116262}"/>
              </a:ext>
            </a:extLst>
          </p:cNvPr>
          <p:cNvSpPr txBox="1"/>
          <p:nvPr/>
        </p:nvSpPr>
        <p:spPr>
          <a:xfrm>
            <a:off x="3906833" y="2907587"/>
            <a:ext cx="2373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err="1"/>
              <a:t>쿨롱의</a:t>
            </a:r>
            <a:r>
              <a:rPr lang="ko-KR" altLang="en-US" sz="700" dirty="0"/>
              <a:t> 힘은</a:t>
            </a:r>
            <a:r>
              <a:rPr lang="en-US" altLang="ko-KR" sz="700" dirty="0"/>
              <a:t>? (</a:t>
            </a:r>
            <a:r>
              <a:rPr lang="ko-KR" altLang="en-US" sz="700" dirty="0"/>
              <a:t>내용 미리보기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69370F-7C98-9DA6-3B78-85494A3BA6F0}"/>
              </a:ext>
            </a:extLst>
          </p:cNvPr>
          <p:cNvSpPr txBox="1"/>
          <p:nvPr/>
        </p:nvSpPr>
        <p:spPr>
          <a:xfrm>
            <a:off x="3906833" y="3135981"/>
            <a:ext cx="2373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변압기의 종류는</a:t>
            </a:r>
            <a:r>
              <a:rPr lang="en-US" altLang="ko-KR" sz="700" dirty="0"/>
              <a:t>? (</a:t>
            </a:r>
            <a:r>
              <a:rPr lang="ko-KR" altLang="en-US" sz="700" dirty="0"/>
              <a:t>내용 미리보기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D8126B4-93A2-4E31-62F6-BAA0826E2B52}"/>
              </a:ext>
            </a:extLst>
          </p:cNvPr>
          <p:cNvSpPr/>
          <p:nvPr/>
        </p:nvSpPr>
        <p:spPr>
          <a:xfrm>
            <a:off x="6189653" y="2913938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/>
              <a:t>삭제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39533CE-C395-E7C5-55EE-C97588058872}"/>
              </a:ext>
            </a:extLst>
          </p:cNvPr>
          <p:cNvSpPr/>
          <p:nvPr/>
        </p:nvSpPr>
        <p:spPr>
          <a:xfrm>
            <a:off x="6519476" y="2917856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/>
              <a:t>수정</a:t>
            </a:r>
            <a:endParaRPr lang="ko-KR" altLang="en-US" sz="6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A299D2E-4065-7BF0-29C3-5A7AA24E7BCF}"/>
              </a:ext>
            </a:extLst>
          </p:cNvPr>
          <p:cNvSpPr/>
          <p:nvPr/>
        </p:nvSpPr>
        <p:spPr>
          <a:xfrm>
            <a:off x="5746750" y="5313919"/>
            <a:ext cx="1162050" cy="172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다음페이지</a:t>
            </a:r>
            <a:endParaRPr lang="ko-KR" altLang="en-US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5F6EAAB-BF1A-F32B-5B66-BB09DF985A56}"/>
              </a:ext>
            </a:extLst>
          </p:cNvPr>
          <p:cNvSpPr/>
          <p:nvPr/>
        </p:nvSpPr>
        <p:spPr>
          <a:xfrm>
            <a:off x="3749670" y="5313919"/>
            <a:ext cx="1266827" cy="153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1/</a:t>
            </a:r>
            <a:r>
              <a:rPr lang="en-US" altLang="ko-KR" sz="800" dirty="0" err="1">
                <a:solidFill>
                  <a:schemeClr val="tx1"/>
                </a:solidFill>
              </a:rPr>
              <a:t>nnnn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B361F1F-4708-07D0-9E35-1C80AB9CB256}"/>
              </a:ext>
            </a:extLst>
          </p:cNvPr>
          <p:cNvSpPr/>
          <p:nvPr/>
        </p:nvSpPr>
        <p:spPr>
          <a:xfrm>
            <a:off x="6076942" y="2404697"/>
            <a:ext cx="831857" cy="172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문항 등록하기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03B373D-DD66-A5DB-61D3-90176B90622F}"/>
              </a:ext>
            </a:extLst>
          </p:cNvPr>
          <p:cNvSpPr/>
          <p:nvPr/>
        </p:nvSpPr>
        <p:spPr>
          <a:xfrm>
            <a:off x="571496" y="53784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시험 생성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C6BE007-3756-796A-62E7-14491FE1C73A}"/>
              </a:ext>
            </a:extLst>
          </p:cNvPr>
          <p:cNvSpPr/>
          <p:nvPr/>
        </p:nvSpPr>
        <p:spPr>
          <a:xfrm>
            <a:off x="526250" y="5031302"/>
            <a:ext cx="1266827" cy="44347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3EED22-E330-67E8-D7AB-E048B5E600F5}"/>
              </a:ext>
            </a:extLst>
          </p:cNvPr>
          <p:cNvSpPr txBox="1"/>
          <p:nvPr/>
        </p:nvSpPr>
        <p:spPr>
          <a:xfrm>
            <a:off x="7715250" y="1447800"/>
            <a:ext cx="44767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텍스트</a:t>
            </a:r>
            <a:r>
              <a:rPr lang="en-US" altLang="ko-KR" dirty="0"/>
              <a:t>, </a:t>
            </a:r>
            <a:r>
              <a:rPr lang="ko-KR" altLang="en-US" dirty="0"/>
              <a:t>보기 </a:t>
            </a:r>
            <a:r>
              <a:rPr lang="en-US" altLang="ko-KR" dirty="0"/>
              <a:t>1~4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정답</a:t>
            </a:r>
            <a:r>
              <a:rPr lang="en-US" altLang="ko-KR" dirty="0"/>
              <a:t>, </a:t>
            </a:r>
            <a:r>
              <a:rPr lang="ko-KR" altLang="en-US" dirty="0"/>
              <a:t>해설 입력 폼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이미지 관리</a:t>
            </a:r>
            <a:r>
              <a:rPr lang="en-US" altLang="ko-KR" dirty="0"/>
              <a:t>: </a:t>
            </a:r>
            <a:r>
              <a:rPr lang="ko-KR" altLang="en-US" dirty="0"/>
              <a:t>도면이나 수식 이미지를 각 문항에 업로드 및 매칭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등록된 문항 리스트 조회 및 수정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32405C24-3CA0-C092-E77C-E46B2C0631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19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FDB3-04FA-AA15-EEF7-9D5473EF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E1EE76-DDB7-6F66-F4DB-3D7234D9DBB1}"/>
              </a:ext>
            </a:extLst>
          </p:cNvPr>
          <p:cNvSpPr txBox="1"/>
          <p:nvPr/>
        </p:nvSpPr>
        <p:spPr>
          <a:xfrm>
            <a:off x="204787" y="184189"/>
            <a:ext cx="3819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등록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6CCD52-54E9-F9F5-4183-AA4ABB6AF9BE}"/>
              </a:ext>
            </a:extLst>
          </p:cNvPr>
          <p:cNvSpPr/>
          <p:nvPr/>
        </p:nvSpPr>
        <p:spPr>
          <a:xfrm>
            <a:off x="390525" y="609599"/>
            <a:ext cx="5819775" cy="10344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ㅅ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D24296-8D1C-400C-C94A-B09E33ED231B}"/>
              </a:ext>
            </a:extLst>
          </p:cNvPr>
          <p:cNvSpPr/>
          <p:nvPr/>
        </p:nvSpPr>
        <p:spPr>
          <a:xfrm>
            <a:off x="657224" y="809626"/>
            <a:ext cx="5210176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카테고리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AEB02E-49B9-99B9-B6BF-3D303907FEAC}"/>
              </a:ext>
            </a:extLst>
          </p:cNvPr>
          <p:cNvSpPr/>
          <p:nvPr/>
        </p:nvSpPr>
        <p:spPr>
          <a:xfrm>
            <a:off x="657224" y="1257302"/>
            <a:ext cx="1133476" cy="190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951E22F6-B137-83F5-36C0-2E9196156B86}"/>
              </a:ext>
            </a:extLst>
          </p:cNvPr>
          <p:cNvSpPr/>
          <p:nvPr/>
        </p:nvSpPr>
        <p:spPr>
          <a:xfrm>
            <a:off x="1652588" y="1295400"/>
            <a:ext cx="100012" cy="1190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488280-FB8B-3508-0C07-A57BDD3188A9}"/>
              </a:ext>
            </a:extLst>
          </p:cNvPr>
          <p:cNvSpPr txBox="1"/>
          <p:nvPr/>
        </p:nvSpPr>
        <p:spPr>
          <a:xfrm>
            <a:off x="714375" y="1221747"/>
            <a:ext cx="86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전기기능사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FE3410-22BF-3B1D-C56F-C8BBE8C034EE}"/>
              </a:ext>
            </a:extLst>
          </p:cNvPr>
          <p:cNvSpPr/>
          <p:nvPr/>
        </p:nvSpPr>
        <p:spPr>
          <a:xfrm>
            <a:off x="2032000" y="1257302"/>
            <a:ext cx="1133476" cy="190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8F4842A9-4384-3BB4-FA60-92FFA6BDC36C}"/>
              </a:ext>
            </a:extLst>
          </p:cNvPr>
          <p:cNvSpPr/>
          <p:nvPr/>
        </p:nvSpPr>
        <p:spPr>
          <a:xfrm>
            <a:off x="3001169" y="1295400"/>
            <a:ext cx="100012" cy="1190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89CB50-9F2C-A5BC-6622-293BB407A80C}"/>
              </a:ext>
            </a:extLst>
          </p:cNvPr>
          <p:cNvSpPr txBox="1"/>
          <p:nvPr/>
        </p:nvSpPr>
        <p:spPr>
          <a:xfrm>
            <a:off x="2203450" y="1226510"/>
            <a:ext cx="6977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전기이론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EC1F508-3D4B-58E5-8385-B1B01B5B4E60}"/>
              </a:ext>
            </a:extLst>
          </p:cNvPr>
          <p:cNvSpPr/>
          <p:nvPr/>
        </p:nvSpPr>
        <p:spPr>
          <a:xfrm>
            <a:off x="3389313" y="1252539"/>
            <a:ext cx="1133476" cy="190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FFEA96-8C4E-59AC-6409-043DBA8C6E12}"/>
              </a:ext>
            </a:extLst>
          </p:cNvPr>
          <p:cNvSpPr txBox="1"/>
          <p:nvPr/>
        </p:nvSpPr>
        <p:spPr>
          <a:xfrm>
            <a:off x="3529805" y="1226510"/>
            <a:ext cx="900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쿨롱의</a:t>
            </a:r>
            <a:r>
              <a:rPr lang="ko-KR" altLang="en-US" sz="1000" dirty="0"/>
              <a:t> 힘</a:t>
            </a: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BB306FFC-2D2C-6960-8C73-3F7ACE8A2AB1}"/>
              </a:ext>
            </a:extLst>
          </p:cNvPr>
          <p:cNvSpPr/>
          <p:nvPr/>
        </p:nvSpPr>
        <p:spPr>
          <a:xfrm>
            <a:off x="4379913" y="1295400"/>
            <a:ext cx="100012" cy="1190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7A9ED7D-9E75-88B0-D632-FA7189FEC60C}"/>
              </a:ext>
            </a:extLst>
          </p:cNvPr>
          <p:cNvSpPr/>
          <p:nvPr/>
        </p:nvSpPr>
        <p:spPr>
          <a:xfrm>
            <a:off x="4682726" y="1261595"/>
            <a:ext cx="1133476" cy="190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614803-DBAA-2685-BD8D-09E09D983D4B}"/>
              </a:ext>
            </a:extLst>
          </p:cNvPr>
          <p:cNvSpPr/>
          <p:nvPr/>
        </p:nvSpPr>
        <p:spPr>
          <a:xfrm>
            <a:off x="653650" y="1661483"/>
            <a:ext cx="5210176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문제입력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151E9-48AC-F47B-8C46-5BD3B4B3987A}"/>
              </a:ext>
            </a:extLst>
          </p:cNvPr>
          <p:cNvSpPr txBox="1"/>
          <p:nvPr/>
        </p:nvSpPr>
        <p:spPr>
          <a:xfrm>
            <a:off x="653650" y="2068514"/>
            <a:ext cx="51625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문제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179FA4-FF3F-1858-9D03-F55D40DF9A9C}"/>
              </a:ext>
            </a:extLst>
          </p:cNvPr>
          <p:cNvSpPr/>
          <p:nvPr/>
        </p:nvSpPr>
        <p:spPr>
          <a:xfrm>
            <a:off x="653650" y="2330124"/>
            <a:ext cx="5210176" cy="4847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757013A-59BD-9F42-8F39-105326BA8615}"/>
              </a:ext>
            </a:extLst>
          </p:cNvPr>
          <p:cNvSpPr/>
          <p:nvPr/>
        </p:nvSpPr>
        <p:spPr>
          <a:xfrm>
            <a:off x="653650" y="5038725"/>
            <a:ext cx="213125" cy="1987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6AFABD-F69E-D4D2-C6A3-983FA5422AB7}"/>
              </a:ext>
            </a:extLst>
          </p:cNvPr>
          <p:cNvSpPr/>
          <p:nvPr/>
        </p:nvSpPr>
        <p:spPr>
          <a:xfrm>
            <a:off x="653650" y="5549436"/>
            <a:ext cx="213125" cy="1987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2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114C2F-6A1C-CB30-F9B4-FDEDD084BD96}"/>
              </a:ext>
            </a:extLst>
          </p:cNvPr>
          <p:cNvSpPr/>
          <p:nvPr/>
        </p:nvSpPr>
        <p:spPr>
          <a:xfrm>
            <a:off x="653650" y="6060147"/>
            <a:ext cx="213125" cy="1987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3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169776-DD7E-81CA-18D7-B1920F50F173}"/>
              </a:ext>
            </a:extLst>
          </p:cNvPr>
          <p:cNvSpPr/>
          <p:nvPr/>
        </p:nvSpPr>
        <p:spPr>
          <a:xfrm>
            <a:off x="653650" y="6531603"/>
            <a:ext cx="213125" cy="1987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4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3C82D7-BE45-D463-AB0E-049526358818}"/>
              </a:ext>
            </a:extLst>
          </p:cNvPr>
          <p:cNvSpPr txBox="1"/>
          <p:nvPr/>
        </p:nvSpPr>
        <p:spPr>
          <a:xfrm>
            <a:off x="637775" y="2887763"/>
            <a:ext cx="51625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박스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135FD92-D7A6-E9FB-1314-015E2D86C4B1}"/>
              </a:ext>
            </a:extLst>
          </p:cNvPr>
          <p:cNvSpPr/>
          <p:nvPr/>
        </p:nvSpPr>
        <p:spPr>
          <a:xfrm>
            <a:off x="653650" y="3147794"/>
            <a:ext cx="5210176" cy="4847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60D32-46BB-58B4-9023-F83A13D7EB23}"/>
              </a:ext>
            </a:extLst>
          </p:cNvPr>
          <p:cNvSpPr txBox="1"/>
          <p:nvPr/>
        </p:nvSpPr>
        <p:spPr>
          <a:xfrm>
            <a:off x="637775" y="3813700"/>
            <a:ext cx="51625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그림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D9B96C6-7551-2501-6618-5EA413659120}"/>
              </a:ext>
            </a:extLst>
          </p:cNvPr>
          <p:cNvSpPr/>
          <p:nvPr/>
        </p:nvSpPr>
        <p:spPr>
          <a:xfrm>
            <a:off x="637775" y="4075310"/>
            <a:ext cx="5210176" cy="4847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UPLOAD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1F5C4EF-8267-0BD9-A816-E6F38853475C}"/>
              </a:ext>
            </a:extLst>
          </p:cNvPr>
          <p:cNvSpPr/>
          <p:nvPr/>
        </p:nvSpPr>
        <p:spPr>
          <a:xfrm>
            <a:off x="1000124" y="5038725"/>
            <a:ext cx="4362451" cy="314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OR UPLOAD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39FDA4E-955E-19F9-D1EA-973573DBE461}"/>
              </a:ext>
            </a:extLst>
          </p:cNvPr>
          <p:cNvSpPr/>
          <p:nvPr/>
        </p:nvSpPr>
        <p:spPr>
          <a:xfrm>
            <a:off x="1000124" y="5549436"/>
            <a:ext cx="4362451" cy="314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OR UPLOAD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2287D4B-A48D-FDF6-F4CE-B705CC6A3D4D}"/>
              </a:ext>
            </a:extLst>
          </p:cNvPr>
          <p:cNvSpPr/>
          <p:nvPr/>
        </p:nvSpPr>
        <p:spPr>
          <a:xfrm>
            <a:off x="1000124" y="6061270"/>
            <a:ext cx="4362451" cy="314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OR UPLOAD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8011AD1-FE3A-F622-C90F-3E1F76EB1C8E}"/>
              </a:ext>
            </a:extLst>
          </p:cNvPr>
          <p:cNvSpPr/>
          <p:nvPr/>
        </p:nvSpPr>
        <p:spPr>
          <a:xfrm>
            <a:off x="1000124" y="6543675"/>
            <a:ext cx="4362451" cy="314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OR UPLOAD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9593DB4-824D-0510-DA0D-A52374BA3F54}"/>
              </a:ext>
            </a:extLst>
          </p:cNvPr>
          <p:cNvSpPr/>
          <p:nvPr/>
        </p:nvSpPr>
        <p:spPr>
          <a:xfrm>
            <a:off x="5533626" y="5038725"/>
            <a:ext cx="3143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F66D7BF-90CF-4863-9744-7867F674D3E8}"/>
              </a:ext>
            </a:extLst>
          </p:cNvPr>
          <p:cNvSpPr/>
          <p:nvPr/>
        </p:nvSpPr>
        <p:spPr>
          <a:xfrm>
            <a:off x="5533626" y="5549436"/>
            <a:ext cx="3143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EF4007CA-9775-D186-134A-42C15E82344B}"/>
              </a:ext>
            </a:extLst>
          </p:cNvPr>
          <p:cNvSpPr/>
          <p:nvPr/>
        </p:nvSpPr>
        <p:spPr>
          <a:xfrm>
            <a:off x="5533626" y="6048374"/>
            <a:ext cx="3143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D319D19B-8ACF-21CA-41FD-3515A14B1E35}"/>
              </a:ext>
            </a:extLst>
          </p:cNvPr>
          <p:cNvSpPr/>
          <p:nvPr/>
        </p:nvSpPr>
        <p:spPr>
          <a:xfrm>
            <a:off x="5533626" y="6543674"/>
            <a:ext cx="3143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D934AD-8FB4-A417-8A45-77FA7ABD2BDF}"/>
              </a:ext>
            </a:extLst>
          </p:cNvPr>
          <p:cNvSpPr txBox="1"/>
          <p:nvPr/>
        </p:nvSpPr>
        <p:spPr>
          <a:xfrm>
            <a:off x="552648" y="4739637"/>
            <a:ext cx="894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보기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CC5647-B750-5085-7DD6-AFA0FB47A4D1}"/>
              </a:ext>
            </a:extLst>
          </p:cNvPr>
          <p:cNvSpPr txBox="1"/>
          <p:nvPr/>
        </p:nvSpPr>
        <p:spPr>
          <a:xfrm>
            <a:off x="3061099" y="4739637"/>
            <a:ext cx="894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내용</a:t>
            </a:r>
            <a:endParaRPr lang="ko-KR" altLang="en-US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AB313-191D-FF01-C57F-DA79635C5CD2}"/>
              </a:ext>
            </a:extLst>
          </p:cNvPr>
          <p:cNvSpPr txBox="1"/>
          <p:nvPr/>
        </p:nvSpPr>
        <p:spPr>
          <a:xfrm>
            <a:off x="5477471" y="4748312"/>
            <a:ext cx="894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정답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AA5593A8-DE15-1F35-818D-090981BAB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48" y="627366"/>
            <a:ext cx="4076700" cy="4610100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D173A730-1975-D8EE-0AB5-D8266BF08D09}"/>
              </a:ext>
            </a:extLst>
          </p:cNvPr>
          <p:cNvSpPr/>
          <p:nvPr/>
        </p:nvSpPr>
        <p:spPr>
          <a:xfrm>
            <a:off x="6945510" y="1052678"/>
            <a:ext cx="3593902" cy="338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F673E92-7A76-5577-824D-4B441E448AC3}"/>
              </a:ext>
            </a:extLst>
          </p:cNvPr>
          <p:cNvSpPr/>
          <p:nvPr/>
        </p:nvSpPr>
        <p:spPr>
          <a:xfrm>
            <a:off x="6945510" y="1493047"/>
            <a:ext cx="3593902" cy="1535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7EB9338-7363-E21E-B1CE-506D979848F7}"/>
              </a:ext>
            </a:extLst>
          </p:cNvPr>
          <p:cNvSpPr/>
          <p:nvPr/>
        </p:nvSpPr>
        <p:spPr>
          <a:xfrm>
            <a:off x="7162800" y="3189915"/>
            <a:ext cx="3740347" cy="478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B0DF830-DCE4-E984-2EB5-0F9E08A54F79}"/>
              </a:ext>
            </a:extLst>
          </p:cNvPr>
          <p:cNvSpPr/>
          <p:nvPr/>
        </p:nvSpPr>
        <p:spPr>
          <a:xfrm>
            <a:off x="7162799" y="3668085"/>
            <a:ext cx="3740347" cy="478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ED359E8-2E63-8E3F-521B-CEB72AEFADE3}"/>
              </a:ext>
            </a:extLst>
          </p:cNvPr>
          <p:cNvSpPr/>
          <p:nvPr/>
        </p:nvSpPr>
        <p:spPr>
          <a:xfrm>
            <a:off x="7162797" y="4146255"/>
            <a:ext cx="3740347" cy="478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4C2D170-61EB-2842-CA8B-A5DC741A8171}"/>
              </a:ext>
            </a:extLst>
          </p:cNvPr>
          <p:cNvSpPr/>
          <p:nvPr/>
        </p:nvSpPr>
        <p:spPr>
          <a:xfrm>
            <a:off x="7162796" y="4631357"/>
            <a:ext cx="3740347" cy="478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1DFFCA7-276D-E783-F527-3E7FC151BAAF}"/>
              </a:ext>
            </a:extLst>
          </p:cNvPr>
          <p:cNvCxnSpPr/>
          <p:nvPr/>
        </p:nvCxnSpPr>
        <p:spPr>
          <a:xfrm flipH="1">
            <a:off x="5077615" y="3470971"/>
            <a:ext cx="2066922" cy="182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7F379465-C376-00AC-3E91-E89A23530D3D}"/>
              </a:ext>
            </a:extLst>
          </p:cNvPr>
          <p:cNvCxnSpPr/>
          <p:nvPr/>
        </p:nvCxnSpPr>
        <p:spPr>
          <a:xfrm flipH="1">
            <a:off x="5084662" y="4375080"/>
            <a:ext cx="2066922" cy="182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2940BA9-E56A-E5B5-D4BD-CAAC6B778E81}"/>
              </a:ext>
            </a:extLst>
          </p:cNvPr>
          <p:cNvCxnSpPr/>
          <p:nvPr/>
        </p:nvCxnSpPr>
        <p:spPr>
          <a:xfrm flipH="1">
            <a:off x="5095869" y="3926962"/>
            <a:ext cx="2066922" cy="182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2D437668-DB3C-A6B7-0609-DC35A0605993}"/>
              </a:ext>
            </a:extLst>
          </p:cNvPr>
          <p:cNvCxnSpPr/>
          <p:nvPr/>
        </p:nvCxnSpPr>
        <p:spPr>
          <a:xfrm flipH="1">
            <a:off x="5073455" y="4844753"/>
            <a:ext cx="2066922" cy="182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C3D9245-6A60-0F27-2C0E-8FE452936FDF}"/>
              </a:ext>
            </a:extLst>
          </p:cNvPr>
          <p:cNvCxnSpPr/>
          <p:nvPr/>
        </p:nvCxnSpPr>
        <p:spPr>
          <a:xfrm flipH="1">
            <a:off x="4885928" y="2594386"/>
            <a:ext cx="2066922" cy="1821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6121FD88-061A-558C-28B6-ACF6A808669D}"/>
              </a:ext>
            </a:extLst>
          </p:cNvPr>
          <p:cNvCxnSpPr>
            <a:cxnSpLocks/>
          </p:cNvCxnSpPr>
          <p:nvPr/>
        </p:nvCxnSpPr>
        <p:spPr>
          <a:xfrm flipH="1">
            <a:off x="4933950" y="1118673"/>
            <a:ext cx="1987151" cy="15443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796BE2F-BD1E-6E52-A472-8521FCBE8FFC}"/>
              </a:ext>
            </a:extLst>
          </p:cNvPr>
          <p:cNvSpPr/>
          <p:nvPr/>
        </p:nvSpPr>
        <p:spPr>
          <a:xfrm>
            <a:off x="629838" y="7302979"/>
            <a:ext cx="5210176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해설입력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EF9FA8F-67CD-14AB-163C-1AFF91F158A8}"/>
              </a:ext>
            </a:extLst>
          </p:cNvPr>
          <p:cNvSpPr/>
          <p:nvPr/>
        </p:nvSpPr>
        <p:spPr>
          <a:xfrm>
            <a:off x="621901" y="8001148"/>
            <a:ext cx="5194301" cy="8541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TEXT OR UPLOAD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02B0DEF-834A-6855-B175-0F1A7C9AE379}"/>
              </a:ext>
            </a:extLst>
          </p:cNvPr>
          <p:cNvSpPr txBox="1"/>
          <p:nvPr/>
        </p:nvSpPr>
        <p:spPr>
          <a:xfrm>
            <a:off x="653650" y="7721600"/>
            <a:ext cx="154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해설</a:t>
            </a:r>
            <a:r>
              <a:rPr lang="en-US" altLang="ko-KR" sz="1000" dirty="0"/>
              <a:t>(</a:t>
            </a:r>
            <a:r>
              <a:rPr lang="ko-KR" altLang="en-US" sz="1000" dirty="0"/>
              <a:t>본문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6D1AF9C-6B89-B5B6-DABF-95847A8ED6AA}"/>
              </a:ext>
            </a:extLst>
          </p:cNvPr>
          <p:cNvSpPr txBox="1"/>
          <p:nvPr/>
        </p:nvSpPr>
        <p:spPr>
          <a:xfrm>
            <a:off x="672700" y="9004194"/>
            <a:ext cx="154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해설</a:t>
            </a:r>
            <a:r>
              <a:rPr lang="en-US" altLang="ko-KR" sz="1000" dirty="0"/>
              <a:t>(</a:t>
            </a:r>
            <a:r>
              <a:rPr lang="ko-KR" altLang="en-US" sz="1000" dirty="0"/>
              <a:t>그림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F176A868-6182-F18D-1EE7-42249EFE4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707" y="7302979"/>
            <a:ext cx="4038600" cy="2847975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141B550-862A-9307-7604-97BD57C08CF2}"/>
              </a:ext>
            </a:extLst>
          </p:cNvPr>
          <p:cNvSpPr/>
          <p:nvPr/>
        </p:nvSpPr>
        <p:spPr>
          <a:xfrm>
            <a:off x="7286707" y="7676935"/>
            <a:ext cx="4038600" cy="582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B954661-CC9F-D55D-E3D1-FBD1345C007F}"/>
              </a:ext>
            </a:extLst>
          </p:cNvPr>
          <p:cNvSpPr/>
          <p:nvPr/>
        </p:nvSpPr>
        <p:spPr>
          <a:xfrm>
            <a:off x="7474857" y="8713002"/>
            <a:ext cx="3672114" cy="12292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6F0B029-62AF-DCC3-D5BB-CBDA31348944}"/>
              </a:ext>
            </a:extLst>
          </p:cNvPr>
          <p:cNvSpPr/>
          <p:nvPr/>
        </p:nvSpPr>
        <p:spPr>
          <a:xfrm>
            <a:off x="645712" y="9306493"/>
            <a:ext cx="5194301" cy="8541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UPLOAD HERE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DAA8E14-CE0B-2D75-1A4A-1955AE24B5A9}"/>
              </a:ext>
            </a:extLst>
          </p:cNvPr>
          <p:cNvCxnSpPr>
            <a:cxnSpLocks/>
          </p:cNvCxnSpPr>
          <p:nvPr/>
        </p:nvCxnSpPr>
        <p:spPr>
          <a:xfrm flipH="1">
            <a:off x="5477471" y="9249760"/>
            <a:ext cx="1954440" cy="513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D230328-5E83-309E-BDD1-E35E7B4B557A}"/>
              </a:ext>
            </a:extLst>
          </p:cNvPr>
          <p:cNvCxnSpPr>
            <a:cxnSpLocks/>
          </p:cNvCxnSpPr>
          <p:nvPr/>
        </p:nvCxnSpPr>
        <p:spPr>
          <a:xfrm flipH="1">
            <a:off x="5268712" y="7980681"/>
            <a:ext cx="1954440" cy="513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0398777-D7E6-AB4A-B01F-81528E61C73D}"/>
              </a:ext>
            </a:extLst>
          </p:cNvPr>
          <p:cNvSpPr txBox="1"/>
          <p:nvPr/>
        </p:nvSpPr>
        <p:spPr>
          <a:xfrm>
            <a:off x="637775" y="10435771"/>
            <a:ext cx="28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문제코드</a:t>
            </a:r>
            <a:r>
              <a:rPr lang="en-US" altLang="ko-KR" dirty="0"/>
              <a:t>: XXXXX</a:t>
            </a:r>
            <a:endParaRPr lang="ko-KR" alt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8137F59-1CB2-75B6-4AB9-49AE7D453986}"/>
              </a:ext>
            </a:extLst>
          </p:cNvPr>
          <p:cNvSpPr txBox="1"/>
          <p:nvPr/>
        </p:nvSpPr>
        <p:spPr>
          <a:xfrm>
            <a:off x="4682726" y="10435771"/>
            <a:ext cx="1103707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9FD231D-1844-3CC8-572D-F09D807C95EF}"/>
              </a:ext>
            </a:extLst>
          </p:cNvPr>
          <p:cNvSpPr txBox="1"/>
          <p:nvPr/>
        </p:nvSpPr>
        <p:spPr>
          <a:xfrm>
            <a:off x="9831618" y="5314830"/>
            <a:ext cx="186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정답</a:t>
            </a:r>
            <a:r>
              <a:rPr lang="en-US" altLang="ko-KR" dirty="0"/>
              <a:t>: 4</a:t>
            </a:r>
            <a:endParaRPr lang="ko-KR" altLang="en-US" dirty="0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61ACD3F3-8609-FA0E-A516-ED12EF2845E7}"/>
              </a:ext>
            </a:extLst>
          </p:cNvPr>
          <p:cNvCxnSpPr>
            <a:cxnSpLocks/>
          </p:cNvCxnSpPr>
          <p:nvPr/>
        </p:nvCxnSpPr>
        <p:spPr>
          <a:xfrm flipH="1">
            <a:off x="5715043" y="5476252"/>
            <a:ext cx="4116575" cy="1210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래픽 2">
            <a:extLst>
              <a:ext uri="{FF2B5EF4-FFF2-40B4-BE49-F238E27FC236}">
                <a16:creationId xmlns:a16="http://schemas.microsoft.com/office/drawing/2014/main" id="{B8C0EADD-27C0-EBB4-2576-8269FF85E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01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034A-B5C7-CAE4-142D-8FACFE6E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FAB184-F583-D6D2-71DA-2972CD910031}"/>
              </a:ext>
            </a:extLst>
          </p:cNvPr>
          <p:cNvSpPr txBox="1"/>
          <p:nvPr/>
        </p:nvSpPr>
        <p:spPr>
          <a:xfrm>
            <a:off x="419100" y="708541"/>
            <a:ext cx="45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문항 등록</a:t>
            </a:r>
            <a:r>
              <a:rPr lang="en-US" altLang="ko-KR" dirty="0"/>
              <a:t>(</a:t>
            </a:r>
            <a:r>
              <a:rPr lang="ko-KR" altLang="en-US" dirty="0"/>
              <a:t>결과 페이지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1E9D24-999E-D0BB-A3D8-04F33E6D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162050"/>
            <a:ext cx="6934200" cy="463567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D9C972-0E1B-8A95-CD97-445B7D45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42" y="1645680"/>
            <a:ext cx="5595939" cy="415204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756F67-75F1-55A9-F0DB-3BABF993A7DB}"/>
              </a:ext>
            </a:extLst>
          </p:cNvPr>
          <p:cNvSpPr/>
          <p:nvPr/>
        </p:nvSpPr>
        <p:spPr>
          <a:xfrm>
            <a:off x="419098" y="4581525"/>
            <a:ext cx="12668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CBT </a:t>
            </a:r>
            <a:r>
              <a:rPr lang="ko-KR" altLang="en-US" sz="1000" dirty="0"/>
              <a:t>모의고사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A0F25A-DEA4-387D-DCE3-F69C365437E1}"/>
              </a:ext>
            </a:extLst>
          </p:cNvPr>
          <p:cNvSpPr/>
          <p:nvPr/>
        </p:nvSpPr>
        <p:spPr>
          <a:xfrm>
            <a:off x="571498" y="48577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/>
              <a:t>카테고리 생성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59A1B1-C810-6AA9-1E22-9045242A999A}"/>
              </a:ext>
            </a:extLst>
          </p:cNvPr>
          <p:cNvSpPr/>
          <p:nvPr/>
        </p:nvSpPr>
        <p:spPr>
          <a:xfrm>
            <a:off x="571497" y="5114925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문항 등록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23E4B3-E2A5-07BD-767D-AEF275FEEF46}"/>
              </a:ext>
            </a:extLst>
          </p:cNvPr>
          <p:cNvSpPr/>
          <p:nvPr/>
        </p:nvSpPr>
        <p:spPr>
          <a:xfrm>
            <a:off x="2025650" y="1797050"/>
            <a:ext cx="48831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E7C3C83-0024-AF41-00A0-B027BFBB1579}"/>
              </a:ext>
            </a:extLst>
          </p:cNvPr>
          <p:cNvSpPr/>
          <p:nvPr/>
        </p:nvSpPr>
        <p:spPr>
          <a:xfrm>
            <a:off x="2209800" y="1905000"/>
            <a:ext cx="1524000" cy="1397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D4D56-D01E-AB22-2C4D-8A2FB9ADE661}"/>
              </a:ext>
            </a:extLst>
          </p:cNvPr>
          <p:cNvSpPr txBox="1"/>
          <p:nvPr/>
        </p:nvSpPr>
        <p:spPr>
          <a:xfrm>
            <a:off x="2700337" y="1882517"/>
            <a:ext cx="13271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/>
              <a:t>검색조건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BBB5EE-B2F7-5EDD-D430-F2C3D043CC3E}"/>
              </a:ext>
            </a:extLst>
          </p:cNvPr>
          <p:cNvSpPr/>
          <p:nvPr/>
        </p:nvSpPr>
        <p:spPr>
          <a:xfrm>
            <a:off x="3886201" y="1882517"/>
            <a:ext cx="1095374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텍스트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FF140F-5C38-2B1F-E991-C781B717C0D6}"/>
              </a:ext>
            </a:extLst>
          </p:cNvPr>
          <p:cNvSpPr/>
          <p:nvPr/>
        </p:nvSpPr>
        <p:spPr>
          <a:xfrm>
            <a:off x="4981575" y="1882517"/>
            <a:ext cx="304008" cy="18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C3A41C-1C81-5522-5DDF-7CBBF4F3C76B}"/>
              </a:ext>
            </a:extLst>
          </p:cNvPr>
          <p:cNvSpPr txBox="1"/>
          <p:nvPr/>
        </p:nvSpPr>
        <p:spPr>
          <a:xfrm>
            <a:off x="1924050" y="2393720"/>
            <a:ext cx="2400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등록 문항 현황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483FD53-1900-23DC-C601-682972EB60FD}"/>
              </a:ext>
            </a:extLst>
          </p:cNvPr>
          <p:cNvSpPr/>
          <p:nvPr/>
        </p:nvSpPr>
        <p:spPr>
          <a:xfrm>
            <a:off x="2025650" y="2649665"/>
            <a:ext cx="4883150" cy="2562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8F1A160-241C-0825-CE31-DC29FAB1C49A}"/>
              </a:ext>
            </a:extLst>
          </p:cNvPr>
          <p:cNvCxnSpPr/>
          <p:nvPr/>
        </p:nvCxnSpPr>
        <p:spPr>
          <a:xfrm>
            <a:off x="2025650" y="2876550"/>
            <a:ext cx="48831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1009D6C-C002-E628-F310-DF0B5AD809E2}"/>
              </a:ext>
            </a:extLst>
          </p:cNvPr>
          <p:cNvCxnSpPr>
            <a:cxnSpLocks/>
          </p:cNvCxnSpPr>
          <p:nvPr/>
        </p:nvCxnSpPr>
        <p:spPr>
          <a:xfrm>
            <a:off x="2573337" y="2649665"/>
            <a:ext cx="0" cy="2562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1E80B03-536E-C3BA-D55E-F52C6C4DBD01}"/>
              </a:ext>
            </a:extLst>
          </p:cNvPr>
          <p:cNvCxnSpPr>
            <a:cxnSpLocks/>
          </p:cNvCxnSpPr>
          <p:nvPr/>
        </p:nvCxnSpPr>
        <p:spPr>
          <a:xfrm>
            <a:off x="3911601" y="2649664"/>
            <a:ext cx="0" cy="2562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F294C5B-314A-A48B-93C4-B0E382837CB5}"/>
              </a:ext>
            </a:extLst>
          </p:cNvPr>
          <p:cNvCxnSpPr>
            <a:cxnSpLocks/>
          </p:cNvCxnSpPr>
          <p:nvPr/>
        </p:nvCxnSpPr>
        <p:spPr>
          <a:xfrm>
            <a:off x="6076943" y="2662365"/>
            <a:ext cx="0" cy="25499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6C374BB-46D1-4ECD-84C6-FCF17A4907D4}"/>
              </a:ext>
            </a:extLst>
          </p:cNvPr>
          <p:cNvSpPr txBox="1"/>
          <p:nvPr/>
        </p:nvSpPr>
        <p:spPr>
          <a:xfrm>
            <a:off x="2025650" y="2662365"/>
            <a:ext cx="5524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/>
              <a:t>문제코드</a:t>
            </a:r>
            <a:endParaRPr lang="ko-KR" altLang="en-US"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B49951-FD38-6259-245D-B66877037E2F}"/>
              </a:ext>
            </a:extLst>
          </p:cNvPr>
          <p:cNvSpPr txBox="1"/>
          <p:nvPr/>
        </p:nvSpPr>
        <p:spPr>
          <a:xfrm>
            <a:off x="2371726" y="2655470"/>
            <a:ext cx="17017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카테고리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045335-B00F-89B4-5DCC-7A3AB23FAE96}"/>
              </a:ext>
            </a:extLst>
          </p:cNvPr>
          <p:cNvSpPr txBox="1"/>
          <p:nvPr/>
        </p:nvSpPr>
        <p:spPr>
          <a:xfrm>
            <a:off x="6254750" y="2670687"/>
            <a:ext cx="514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/>
              <a:t>유지보수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D30679-78CF-BDDF-6D11-AB56746FBCFC}"/>
              </a:ext>
            </a:extLst>
          </p:cNvPr>
          <p:cNvSpPr txBox="1"/>
          <p:nvPr/>
        </p:nvSpPr>
        <p:spPr>
          <a:xfrm>
            <a:off x="4083049" y="2653295"/>
            <a:ext cx="1568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문항 내용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8430566-9F93-2F22-FCC1-5B1D62C087BF}"/>
              </a:ext>
            </a:extLst>
          </p:cNvPr>
          <p:cNvCxnSpPr/>
          <p:nvPr/>
        </p:nvCxnSpPr>
        <p:spPr>
          <a:xfrm>
            <a:off x="2025650" y="3124200"/>
            <a:ext cx="4883150" cy="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E36A741-A5EA-64F4-797C-F6BFF94EA3E2}"/>
              </a:ext>
            </a:extLst>
          </p:cNvPr>
          <p:cNvCxnSpPr/>
          <p:nvPr/>
        </p:nvCxnSpPr>
        <p:spPr>
          <a:xfrm>
            <a:off x="2025650" y="3371850"/>
            <a:ext cx="4883150" cy="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EABBB36-2445-34C7-0704-E12755D80067}"/>
              </a:ext>
            </a:extLst>
          </p:cNvPr>
          <p:cNvSpPr txBox="1"/>
          <p:nvPr/>
        </p:nvSpPr>
        <p:spPr>
          <a:xfrm>
            <a:off x="2061367" y="2882187"/>
            <a:ext cx="511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1001</a:t>
            </a:r>
            <a:endParaRPr lang="ko-KR" altLang="en-US" sz="9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CF7B32-C81D-600C-D8C9-457BE11A9E68}"/>
              </a:ext>
            </a:extLst>
          </p:cNvPr>
          <p:cNvSpPr txBox="1"/>
          <p:nvPr/>
        </p:nvSpPr>
        <p:spPr>
          <a:xfrm>
            <a:off x="2061367" y="3127733"/>
            <a:ext cx="511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1002</a:t>
            </a:r>
            <a:endParaRPr lang="ko-KR" altLang="en-US" sz="9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A6B29B-DCB1-32A4-AA9C-8F18C949D977}"/>
              </a:ext>
            </a:extLst>
          </p:cNvPr>
          <p:cNvSpPr txBox="1"/>
          <p:nvPr/>
        </p:nvSpPr>
        <p:spPr>
          <a:xfrm>
            <a:off x="2573333" y="2907587"/>
            <a:ext cx="13335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전기기능사</a:t>
            </a:r>
            <a:r>
              <a:rPr lang="en-US" altLang="ko-KR" sz="600" dirty="0"/>
              <a:t>&gt;</a:t>
            </a:r>
            <a:r>
              <a:rPr lang="ko-KR" altLang="en-US" sz="600" dirty="0"/>
              <a:t>전기이론</a:t>
            </a:r>
            <a:r>
              <a:rPr lang="en-US" altLang="ko-KR" sz="600" dirty="0"/>
              <a:t>&gt;</a:t>
            </a:r>
            <a:r>
              <a:rPr lang="ko-KR" altLang="en-US" sz="600" dirty="0" err="1"/>
              <a:t>쿨롱의</a:t>
            </a:r>
            <a:r>
              <a:rPr lang="ko-KR" altLang="en-US" sz="600" dirty="0"/>
              <a:t> 힘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9DBD1D-1055-EFA9-165F-0A16720EE571}"/>
              </a:ext>
            </a:extLst>
          </p:cNvPr>
          <p:cNvSpPr txBox="1"/>
          <p:nvPr/>
        </p:nvSpPr>
        <p:spPr>
          <a:xfrm>
            <a:off x="2573332" y="3155236"/>
            <a:ext cx="13335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전기기능사</a:t>
            </a:r>
            <a:r>
              <a:rPr lang="en-US" altLang="ko-KR" sz="600" dirty="0"/>
              <a:t>&gt;</a:t>
            </a:r>
            <a:r>
              <a:rPr lang="ko-KR" altLang="en-US" sz="600" dirty="0"/>
              <a:t>전기기기</a:t>
            </a:r>
            <a:r>
              <a:rPr lang="en-US" altLang="ko-KR" sz="600" dirty="0"/>
              <a:t>&gt;</a:t>
            </a:r>
            <a:r>
              <a:rPr lang="ko-KR" altLang="en-US" sz="600" dirty="0"/>
              <a:t>변압기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FA014E-784F-497F-D057-C6503FB37115}"/>
              </a:ext>
            </a:extLst>
          </p:cNvPr>
          <p:cNvSpPr txBox="1"/>
          <p:nvPr/>
        </p:nvSpPr>
        <p:spPr>
          <a:xfrm>
            <a:off x="3906833" y="2907587"/>
            <a:ext cx="2373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err="1"/>
              <a:t>쿨롱의</a:t>
            </a:r>
            <a:r>
              <a:rPr lang="ko-KR" altLang="en-US" sz="700" dirty="0"/>
              <a:t> 힘은</a:t>
            </a:r>
            <a:r>
              <a:rPr lang="en-US" altLang="ko-KR" sz="700" dirty="0"/>
              <a:t>? (</a:t>
            </a:r>
            <a:r>
              <a:rPr lang="ko-KR" altLang="en-US" sz="700" dirty="0"/>
              <a:t>내용 미리보기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0788DF-19BC-353F-0601-B9EBE2C9C503}"/>
              </a:ext>
            </a:extLst>
          </p:cNvPr>
          <p:cNvSpPr txBox="1"/>
          <p:nvPr/>
        </p:nvSpPr>
        <p:spPr>
          <a:xfrm>
            <a:off x="3906833" y="3135981"/>
            <a:ext cx="2373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변압기의 종류는</a:t>
            </a:r>
            <a:r>
              <a:rPr lang="en-US" altLang="ko-KR" sz="700" dirty="0"/>
              <a:t>? (</a:t>
            </a:r>
            <a:r>
              <a:rPr lang="ko-KR" altLang="en-US" sz="700" dirty="0"/>
              <a:t>내용 미리보기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80E170B-BE36-18F7-8BD5-B845E21DC637}"/>
              </a:ext>
            </a:extLst>
          </p:cNvPr>
          <p:cNvSpPr/>
          <p:nvPr/>
        </p:nvSpPr>
        <p:spPr>
          <a:xfrm>
            <a:off x="6189653" y="2913938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/>
              <a:t>삭제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A621C5D-9FA0-C9F5-2561-4F07989B56B9}"/>
              </a:ext>
            </a:extLst>
          </p:cNvPr>
          <p:cNvSpPr/>
          <p:nvPr/>
        </p:nvSpPr>
        <p:spPr>
          <a:xfrm>
            <a:off x="6519476" y="2917856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/>
              <a:t>수정</a:t>
            </a:r>
            <a:endParaRPr lang="ko-KR" altLang="en-US" sz="6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F12D909-1D78-5FB9-B296-6EA851B26C8D}"/>
              </a:ext>
            </a:extLst>
          </p:cNvPr>
          <p:cNvSpPr/>
          <p:nvPr/>
        </p:nvSpPr>
        <p:spPr>
          <a:xfrm>
            <a:off x="5746750" y="5313919"/>
            <a:ext cx="1162050" cy="172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다음페이지</a:t>
            </a:r>
            <a:endParaRPr lang="ko-KR" altLang="en-US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12E5AD2-36F0-E922-267B-9A1C84857BF2}"/>
              </a:ext>
            </a:extLst>
          </p:cNvPr>
          <p:cNvSpPr/>
          <p:nvPr/>
        </p:nvSpPr>
        <p:spPr>
          <a:xfrm>
            <a:off x="3749670" y="5313919"/>
            <a:ext cx="1266827" cy="153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1/</a:t>
            </a:r>
            <a:r>
              <a:rPr lang="en-US" altLang="ko-KR" sz="800" dirty="0" err="1">
                <a:solidFill>
                  <a:schemeClr val="tx1"/>
                </a:solidFill>
              </a:rPr>
              <a:t>nnnn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3ED5751-82CE-2437-FB24-F6D76BB78098}"/>
              </a:ext>
            </a:extLst>
          </p:cNvPr>
          <p:cNvSpPr/>
          <p:nvPr/>
        </p:nvSpPr>
        <p:spPr>
          <a:xfrm>
            <a:off x="6076942" y="2404697"/>
            <a:ext cx="831857" cy="172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문항 등록하기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1C214-225D-7054-9825-53471A096774}"/>
              </a:ext>
            </a:extLst>
          </p:cNvPr>
          <p:cNvSpPr txBox="1"/>
          <p:nvPr/>
        </p:nvSpPr>
        <p:spPr>
          <a:xfrm>
            <a:off x="2061367" y="3394379"/>
            <a:ext cx="511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1002</a:t>
            </a:r>
            <a:endParaRPr lang="ko-KR" alt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71B93-31EB-91A4-D589-A8396901F62E}"/>
              </a:ext>
            </a:extLst>
          </p:cNvPr>
          <p:cNvSpPr txBox="1"/>
          <p:nvPr/>
        </p:nvSpPr>
        <p:spPr>
          <a:xfrm>
            <a:off x="2573331" y="3417462"/>
            <a:ext cx="13335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전기기능사</a:t>
            </a:r>
            <a:r>
              <a:rPr lang="en-US" altLang="ko-KR" sz="600" dirty="0"/>
              <a:t>&gt;</a:t>
            </a:r>
            <a:r>
              <a:rPr lang="ko-KR" altLang="en-US" sz="600" dirty="0"/>
              <a:t>전기이론</a:t>
            </a:r>
            <a:r>
              <a:rPr lang="en-US" altLang="ko-KR" sz="600" dirty="0"/>
              <a:t>&gt;</a:t>
            </a:r>
            <a:r>
              <a:rPr lang="ko-KR" altLang="en-US" sz="600" dirty="0" err="1"/>
              <a:t>쿨롱의</a:t>
            </a:r>
            <a:r>
              <a:rPr lang="ko-KR" altLang="en-US" sz="600" dirty="0"/>
              <a:t> 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70D1A6-CEF3-A4DC-A043-DF89C039E2E8}"/>
              </a:ext>
            </a:extLst>
          </p:cNvPr>
          <p:cNvSpPr txBox="1"/>
          <p:nvPr/>
        </p:nvSpPr>
        <p:spPr>
          <a:xfrm>
            <a:off x="3915565" y="3402073"/>
            <a:ext cx="2373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다음 회로에 대한 </a:t>
            </a:r>
            <a:r>
              <a:rPr lang="en-US" altLang="ko-KR" sz="700" dirty="0"/>
              <a:t>(</a:t>
            </a:r>
            <a:r>
              <a:rPr lang="ko-KR" altLang="en-US" sz="700" dirty="0"/>
              <a:t>내용 미리보기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78BD8F-4CBD-03DB-F0D2-B0345FB54F2F}"/>
              </a:ext>
            </a:extLst>
          </p:cNvPr>
          <p:cNvSpPr/>
          <p:nvPr/>
        </p:nvSpPr>
        <p:spPr>
          <a:xfrm>
            <a:off x="6198185" y="3168240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/>
              <a:t>삭제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0D3CB8-A990-DDFA-176B-9A62D2A3A5A9}"/>
              </a:ext>
            </a:extLst>
          </p:cNvPr>
          <p:cNvSpPr/>
          <p:nvPr/>
        </p:nvSpPr>
        <p:spPr>
          <a:xfrm>
            <a:off x="6528008" y="3172158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/>
              <a:t>수정</a:t>
            </a:r>
            <a:endParaRPr lang="ko-KR" altLang="en-US" sz="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EF6A82-8085-97E8-CE82-7C049818FB94}"/>
              </a:ext>
            </a:extLst>
          </p:cNvPr>
          <p:cNvSpPr/>
          <p:nvPr/>
        </p:nvSpPr>
        <p:spPr>
          <a:xfrm>
            <a:off x="6198185" y="3433740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/>
              <a:t>삭제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EA22B7-8E04-7379-9616-06A973421FE6}"/>
              </a:ext>
            </a:extLst>
          </p:cNvPr>
          <p:cNvSpPr/>
          <p:nvPr/>
        </p:nvSpPr>
        <p:spPr>
          <a:xfrm>
            <a:off x="6528008" y="3437658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/>
              <a:t>수정</a:t>
            </a:r>
            <a:endParaRPr lang="ko-KR" altLang="en-US" sz="6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74BAC2-F345-AB10-5998-62E4B9D1309B}"/>
              </a:ext>
            </a:extLst>
          </p:cNvPr>
          <p:cNvSpPr/>
          <p:nvPr/>
        </p:nvSpPr>
        <p:spPr>
          <a:xfrm>
            <a:off x="1924050" y="3339902"/>
            <a:ext cx="5246007" cy="3938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99FB9E-A59F-3BE9-BB76-C2CC7BF05682}"/>
              </a:ext>
            </a:extLst>
          </p:cNvPr>
          <p:cNvSpPr/>
          <p:nvPr/>
        </p:nvSpPr>
        <p:spPr>
          <a:xfrm>
            <a:off x="571496" y="53784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시험 생성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DFBCEDC-8AE9-3770-4527-646C4B85A2B4}"/>
              </a:ext>
            </a:extLst>
          </p:cNvPr>
          <p:cNvSpPr/>
          <p:nvPr/>
        </p:nvSpPr>
        <p:spPr>
          <a:xfrm>
            <a:off x="526250" y="5031302"/>
            <a:ext cx="1266827" cy="44347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85DA513E-D242-8CF3-F662-FBE4E1799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08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93CC-94D3-C700-3695-F44E6439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63B37F-BA4D-52A5-36D9-59F1E5FF1B9E}"/>
              </a:ext>
            </a:extLst>
          </p:cNvPr>
          <p:cNvSpPr txBox="1"/>
          <p:nvPr/>
        </p:nvSpPr>
        <p:spPr>
          <a:xfrm>
            <a:off x="419100" y="708541"/>
            <a:ext cx="45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시험 생성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003625-AAA5-C5E2-E1B5-504E05D94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162050"/>
            <a:ext cx="6934200" cy="463567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FAF69D-D11F-14E4-F041-BB3FEB96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42" y="1645680"/>
            <a:ext cx="5595939" cy="415204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D5FE24-5A51-5CCE-4988-89166591B174}"/>
              </a:ext>
            </a:extLst>
          </p:cNvPr>
          <p:cNvSpPr/>
          <p:nvPr/>
        </p:nvSpPr>
        <p:spPr>
          <a:xfrm>
            <a:off x="419098" y="4581525"/>
            <a:ext cx="12668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/>
              <a:t>CBT </a:t>
            </a:r>
            <a:r>
              <a:rPr lang="ko-KR" altLang="en-US" sz="1000" dirty="0"/>
              <a:t>모의고사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EDE002-13FD-F0BE-7767-32E2CDAE6CDA}"/>
              </a:ext>
            </a:extLst>
          </p:cNvPr>
          <p:cNvSpPr/>
          <p:nvPr/>
        </p:nvSpPr>
        <p:spPr>
          <a:xfrm>
            <a:off x="571498" y="48577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/>
              <a:t>카테고리 생성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D2A6B5-9867-508C-7F2D-0C27E9D9BF54}"/>
              </a:ext>
            </a:extLst>
          </p:cNvPr>
          <p:cNvSpPr/>
          <p:nvPr/>
        </p:nvSpPr>
        <p:spPr>
          <a:xfrm>
            <a:off x="571497" y="5114925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문항 등록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F838A2-71BA-552F-C9CC-1D5BABC6E8A6}"/>
              </a:ext>
            </a:extLst>
          </p:cNvPr>
          <p:cNvSpPr/>
          <p:nvPr/>
        </p:nvSpPr>
        <p:spPr>
          <a:xfrm>
            <a:off x="2025650" y="1797050"/>
            <a:ext cx="48831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59164A-C970-6B7A-6D36-0E53D8C45B3F}"/>
              </a:ext>
            </a:extLst>
          </p:cNvPr>
          <p:cNvSpPr/>
          <p:nvPr/>
        </p:nvSpPr>
        <p:spPr>
          <a:xfrm>
            <a:off x="2209800" y="1905000"/>
            <a:ext cx="1524000" cy="1397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8256F-4BED-F868-4D09-A9340FA91FBF}"/>
              </a:ext>
            </a:extLst>
          </p:cNvPr>
          <p:cNvSpPr txBox="1"/>
          <p:nvPr/>
        </p:nvSpPr>
        <p:spPr>
          <a:xfrm>
            <a:off x="2700337" y="1882517"/>
            <a:ext cx="13271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/>
              <a:t>검색조건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DCB20F-CE81-8B19-6DFB-0D18E4EAF114}"/>
              </a:ext>
            </a:extLst>
          </p:cNvPr>
          <p:cNvSpPr/>
          <p:nvPr/>
        </p:nvSpPr>
        <p:spPr>
          <a:xfrm>
            <a:off x="3886201" y="1882517"/>
            <a:ext cx="1095374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텍스트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29F491-D323-5033-E05B-E7F155438495}"/>
              </a:ext>
            </a:extLst>
          </p:cNvPr>
          <p:cNvSpPr/>
          <p:nvPr/>
        </p:nvSpPr>
        <p:spPr>
          <a:xfrm>
            <a:off x="4981575" y="1882517"/>
            <a:ext cx="304008" cy="184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9DFAD9-6483-0C75-6BDD-747FC86EDA4E}"/>
              </a:ext>
            </a:extLst>
          </p:cNvPr>
          <p:cNvSpPr txBox="1"/>
          <p:nvPr/>
        </p:nvSpPr>
        <p:spPr>
          <a:xfrm>
            <a:off x="1924050" y="2393720"/>
            <a:ext cx="2400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/>
              <a:t>시험 생성 현황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AA1F71B-1AEB-61F5-F10B-0B014A3ACE45}"/>
              </a:ext>
            </a:extLst>
          </p:cNvPr>
          <p:cNvSpPr/>
          <p:nvPr/>
        </p:nvSpPr>
        <p:spPr>
          <a:xfrm>
            <a:off x="2025650" y="2649665"/>
            <a:ext cx="4883150" cy="2562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393873E-92F5-8991-94E3-7F5097410FB6}"/>
              </a:ext>
            </a:extLst>
          </p:cNvPr>
          <p:cNvCxnSpPr/>
          <p:nvPr/>
        </p:nvCxnSpPr>
        <p:spPr>
          <a:xfrm>
            <a:off x="2025650" y="2876550"/>
            <a:ext cx="48831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B62BCE6-A887-C530-3C3F-DA0503404A56}"/>
              </a:ext>
            </a:extLst>
          </p:cNvPr>
          <p:cNvCxnSpPr>
            <a:cxnSpLocks/>
          </p:cNvCxnSpPr>
          <p:nvPr/>
        </p:nvCxnSpPr>
        <p:spPr>
          <a:xfrm>
            <a:off x="2573337" y="2649665"/>
            <a:ext cx="0" cy="2562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61949E7-3517-B7A6-86EA-6DCA0220F02B}"/>
              </a:ext>
            </a:extLst>
          </p:cNvPr>
          <p:cNvCxnSpPr>
            <a:cxnSpLocks/>
          </p:cNvCxnSpPr>
          <p:nvPr/>
        </p:nvCxnSpPr>
        <p:spPr>
          <a:xfrm>
            <a:off x="3911601" y="2649664"/>
            <a:ext cx="0" cy="2562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3F9A45C-94FA-B8E5-817D-A3DBD94FA609}"/>
              </a:ext>
            </a:extLst>
          </p:cNvPr>
          <p:cNvCxnSpPr>
            <a:cxnSpLocks/>
          </p:cNvCxnSpPr>
          <p:nvPr/>
        </p:nvCxnSpPr>
        <p:spPr>
          <a:xfrm>
            <a:off x="6076943" y="2662365"/>
            <a:ext cx="0" cy="25499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8830248-39B1-E9AF-EBDF-A131C7942C09}"/>
              </a:ext>
            </a:extLst>
          </p:cNvPr>
          <p:cNvSpPr txBox="1"/>
          <p:nvPr/>
        </p:nvSpPr>
        <p:spPr>
          <a:xfrm>
            <a:off x="2025650" y="2662365"/>
            <a:ext cx="5524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/>
              <a:t>시험코드</a:t>
            </a:r>
            <a:endParaRPr lang="ko-KR" altLang="en-US"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E08575-F330-9D03-9E72-CEEEE3840E33}"/>
              </a:ext>
            </a:extLst>
          </p:cNvPr>
          <p:cNvSpPr txBox="1"/>
          <p:nvPr/>
        </p:nvSpPr>
        <p:spPr>
          <a:xfrm>
            <a:off x="2371726" y="2655470"/>
            <a:ext cx="17017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카테고리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966D57-D5F3-E1BC-E8B9-23B5C8E6F4DD}"/>
              </a:ext>
            </a:extLst>
          </p:cNvPr>
          <p:cNvSpPr txBox="1"/>
          <p:nvPr/>
        </p:nvSpPr>
        <p:spPr>
          <a:xfrm>
            <a:off x="6254750" y="2670687"/>
            <a:ext cx="5143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/>
              <a:t>유지보수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2C1A68-E886-189F-28C0-E206F2FDE451}"/>
              </a:ext>
            </a:extLst>
          </p:cNvPr>
          <p:cNvSpPr txBox="1"/>
          <p:nvPr/>
        </p:nvSpPr>
        <p:spPr>
          <a:xfrm>
            <a:off x="4083049" y="2653295"/>
            <a:ext cx="1568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 err="1"/>
              <a:t>과정명</a:t>
            </a:r>
            <a:endParaRPr lang="ko-KR" altLang="en-US" sz="8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8E37CEA-0F5F-D2A4-9E1F-7EEE9713CCFB}"/>
              </a:ext>
            </a:extLst>
          </p:cNvPr>
          <p:cNvCxnSpPr/>
          <p:nvPr/>
        </p:nvCxnSpPr>
        <p:spPr>
          <a:xfrm>
            <a:off x="2025650" y="3124200"/>
            <a:ext cx="4883150" cy="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20ACB5D-1470-2B99-DC64-B041098D0A7E}"/>
              </a:ext>
            </a:extLst>
          </p:cNvPr>
          <p:cNvSpPr txBox="1"/>
          <p:nvPr/>
        </p:nvSpPr>
        <p:spPr>
          <a:xfrm>
            <a:off x="2061367" y="2882187"/>
            <a:ext cx="511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1001</a:t>
            </a:r>
            <a:endParaRPr lang="ko-KR" altLang="en-US" sz="9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F79895-16BD-031A-96E3-D9395183D671}"/>
              </a:ext>
            </a:extLst>
          </p:cNvPr>
          <p:cNvSpPr txBox="1"/>
          <p:nvPr/>
        </p:nvSpPr>
        <p:spPr>
          <a:xfrm>
            <a:off x="2573333" y="2907587"/>
            <a:ext cx="13335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/>
              <a:t>CBT </a:t>
            </a:r>
            <a:r>
              <a:rPr lang="ko-KR" altLang="en-US" sz="600" dirty="0"/>
              <a:t>모의고사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431870-D31D-940C-ECB6-53330C6375E5}"/>
              </a:ext>
            </a:extLst>
          </p:cNvPr>
          <p:cNvSpPr txBox="1"/>
          <p:nvPr/>
        </p:nvSpPr>
        <p:spPr>
          <a:xfrm>
            <a:off x="3906833" y="2907587"/>
            <a:ext cx="2373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전기기능사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06F5095-02F7-BAE6-E23D-892ECEF8C49B}"/>
              </a:ext>
            </a:extLst>
          </p:cNvPr>
          <p:cNvSpPr/>
          <p:nvPr/>
        </p:nvSpPr>
        <p:spPr>
          <a:xfrm>
            <a:off x="6189653" y="2913938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/>
              <a:t>삭제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C044393-94FF-8ED1-3212-6F7C53DFE29C}"/>
              </a:ext>
            </a:extLst>
          </p:cNvPr>
          <p:cNvSpPr/>
          <p:nvPr/>
        </p:nvSpPr>
        <p:spPr>
          <a:xfrm>
            <a:off x="6519476" y="2917856"/>
            <a:ext cx="259550" cy="164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/>
              <a:t>수정</a:t>
            </a:r>
            <a:endParaRPr lang="ko-KR" altLang="en-US" sz="6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76C1455-BE86-78A0-B5C9-F8C1A98B91FE}"/>
              </a:ext>
            </a:extLst>
          </p:cNvPr>
          <p:cNvSpPr/>
          <p:nvPr/>
        </p:nvSpPr>
        <p:spPr>
          <a:xfrm>
            <a:off x="5746750" y="5313919"/>
            <a:ext cx="1162050" cy="172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다음페이지</a:t>
            </a:r>
            <a:endParaRPr lang="ko-KR" altLang="en-US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53BEDCD-968B-9C0B-86BC-33560B2D3AAE}"/>
              </a:ext>
            </a:extLst>
          </p:cNvPr>
          <p:cNvSpPr/>
          <p:nvPr/>
        </p:nvSpPr>
        <p:spPr>
          <a:xfrm>
            <a:off x="3749670" y="5313919"/>
            <a:ext cx="1266827" cy="153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1/</a:t>
            </a:r>
            <a:r>
              <a:rPr lang="en-US" altLang="ko-KR" sz="800" dirty="0" err="1">
                <a:solidFill>
                  <a:schemeClr val="tx1"/>
                </a:solidFill>
              </a:rPr>
              <a:t>nnnn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19EBC76-15AC-0D87-3D78-D9C654A0EE9C}"/>
              </a:ext>
            </a:extLst>
          </p:cNvPr>
          <p:cNvSpPr/>
          <p:nvPr/>
        </p:nvSpPr>
        <p:spPr>
          <a:xfrm>
            <a:off x="6076942" y="2404697"/>
            <a:ext cx="831857" cy="172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시험 등록하기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B049BA-CA9E-FA09-97E5-94CF41FF4E76}"/>
              </a:ext>
            </a:extLst>
          </p:cNvPr>
          <p:cNvSpPr/>
          <p:nvPr/>
        </p:nvSpPr>
        <p:spPr>
          <a:xfrm>
            <a:off x="571496" y="5378450"/>
            <a:ext cx="1114427" cy="276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/>
              <a:t>시험 생성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721D45-4DF1-BCEE-7D3F-32300A627810}"/>
              </a:ext>
            </a:extLst>
          </p:cNvPr>
          <p:cNvSpPr/>
          <p:nvPr/>
        </p:nvSpPr>
        <p:spPr>
          <a:xfrm>
            <a:off x="495295" y="5277407"/>
            <a:ext cx="1266827" cy="44347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914127-7E49-9B9A-60E0-677D1A848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728" y="1793025"/>
            <a:ext cx="5634031" cy="3687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73086A-C812-E891-67A6-77B6715B27BF}"/>
              </a:ext>
            </a:extLst>
          </p:cNvPr>
          <p:cNvSpPr txBox="1"/>
          <p:nvPr/>
        </p:nvSpPr>
        <p:spPr>
          <a:xfrm>
            <a:off x="7212808" y="1878079"/>
            <a:ext cx="50950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dirty="0"/>
              <a:t>등록된 문항 중 </a:t>
            </a:r>
            <a:r>
              <a:rPr lang="en-US" altLang="ko-KR" dirty="0"/>
              <a:t>60</a:t>
            </a:r>
            <a:r>
              <a:rPr lang="ko-KR" altLang="en-US" dirty="0"/>
              <a:t>개를 선택하여 특정 </a:t>
            </a:r>
            <a:r>
              <a:rPr lang="ko-KR" altLang="en-US" dirty="0" err="1"/>
              <a:t>회차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</a:t>
            </a:r>
            <a:r>
              <a:rPr lang="ko-KR" altLang="en-US" dirty="0"/>
              <a:t>회 모의고사</a:t>
            </a:r>
            <a:r>
              <a:rPr lang="en-US" altLang="ko-KR" dirty="0"/>
              <a:t>) </a:t>
            </a:r>
            <a:r>
              <a:rPr lang="ko-KR" altLang="en-US" dirty="0"/>
              <a:t>생성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고정형</a:t>
            </a:r>
            <a:r>
              <a:rPr lang="en-US" altLang="ko-KR" dirty="0"/>
              <a:t>/</a:t>
            </a:r>
            <a:r>
              <a:rPr lang="ko-KR" altLang="en-US" dirty="0"/>
              <a:t>랜덤형 생성 기능 지원</a:t>
            </a:r>
            <a:r>
              <a:rPr lang="en-US" altLang="ko-KR" dirty="0"/>
              <a:t>.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F6E121FF-5300-0B27-5FFC-C01EDCDC5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66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E6906D-4A95-9A50-8678-4FC587A66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245" y="1358899"/>
            <a:ext cx="3529755" cy="149066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A63D43-C0FE-D87A-7855-7DD6E80BD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498" y="1358899"/>
            <a:ext cx="4876876" cy="43815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4B9276-37C9-6232-D4CF-0C26EEB4C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46" y="1358899"/>
            <a:ext cx="4091301" cy="37449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F205B-D0A8-9FF4-0EE2-E43C8D1B7171}"/>
              </a:ext>
            </a:extLst>
          </p:cNvPr>
          <p:cNvSpPr txBox="1"/>
          <p:nvPr/>
        </p:nvSpPr>
        <p:spPr>
          <a:xfrm>
            <a:off x="419100" y="708541"/>
            <a:ext cx="45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시험 생성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0BBE3D-42DA-A715-6EED-2B848D134A57}"/>
              </a:ext>
            </a:extLst>
          </p:cNvPr>
          <p:cNvSpPr/>
          <p:nvPr/>
        </p:nvSpPr>
        <p:spPr>
          <a:xfrm>
            <a:off x="5106245" y="2451100"/>
            <a:ext cx="1104055" cy="444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C2DB4F-6656-65ED-93FF-721A7DFE2292}"/>
              </a:ext>
            </a:extLst>
          </p:cNvPr>
          <p:cNvSpPr/>
          <p:nvPr/>
        </p:nvSpPr>
        <p:spPr>
          <a:xfrm>
            <a:off x="9792545" y="2381250"/>
            <a:ext cx="1104055" cy="444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76767569-325A-7F4B-B884-ACCEDA3AD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82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0B5F-8212-0088-5388-3EE43CF3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B5794D-C735-2BDE-A8E5-D4332EC3F305}"/>
              </a:ext>
            </a:extLst>
          </p:cNvPr>
          <p:cNvSpPr txBox="1"/>
          <p:nvPr/>
        </p:nvSpPr>
        <p:spPr>
          <a:xfrm>
            <a:off x="3719511" y="3095625"/>
            <a:ext cx="5224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-</a:t>
            </a:r>
            <a:r>
              <a:rPr lang="ko-KR" altLang="en-US" sz="2800" b="1" dirty="0"/>
              <a:t>끝</a:t>
            </a:r>
            <a:r>
              <a:rPr lang="en-US" altLang="ko-KR" sz="2800" b="1" dirty="0"/>
              <a:t>-</a:t>
            </a:r>
          </a:p>
          <a:p>
            <a:pPr algn="ctr"/>
            <a:endParaRPr lang="en-US" altLang="ko-KR" sz="2800" b="1" dirty="0"/>
          </a:p>
          <a:p>
            <a:pPr algn="ctr"/>
            <a:r>
              <a:rPr lang="ko-KR" altLang="en-US" sz="2800" b="1" dirty="0"/>
              <a:t>감사합니다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4172438-BEF8-7A76-33C8-D13BC4C24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10347" y="173504"/>
            <a:ext cx="1082678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492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tqbMyMSA0D2yMasrw9mgni6b3DpYxxK9j33Y/9Sb0Q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3Koezp0l3A49TMn/FcGOwjA2sdgY4HBEe4T/h6Lf3o="/>
</p:tagLst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4477</Words>
  <Application>Microsoft Office PowerPoint</Application>
  <PresentationFormat>와이드스크린</PresentationFormat>
  <Paragraphs>1563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맑은 고딕</vt:lpstr>
      <vt:lpstr>함초롬바탕</vt:lpstr>
      <vt:lpstr>Arial</vt:lpstr>
      <vt:lpstr>Segoe UI</vt:lpstr>
      <vt:lpstr>Tw Cen MT</vt:lpstr>
      <vt:lpstr>물방울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애드투 주식회사</dc:creator>
  <cp:lastModifiedBy>애드투 주식회사</cp:lastModifiedBy>
  <cp:revision>17</cp:revision>
  <dcterms:created xsi:type="dcterms:W3CDTF">2026-04-09T03:05:33Z</dcterms:created>
  <dcterms:modified xsi:type="dcterms:W3CDTF">2026-04-13T06:48:51Z</dcterms:modified>
</cp:coreProperties>
</file>