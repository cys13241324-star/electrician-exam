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3" r:id="rId3"/>
    <p:sldId id="262" r:id="rId4"/>
    <p:sldId id="265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권" id="{F5E1BD92-7EAC-4F68-BDC5-699322984BF9}">
          <p14:sldIdLst>
            <p14:sldId id="256"/>
            <p14:sldId id="263"/>
            <p14:sldId id="262"/>
          </p14:sldIdLst>
        </p14:section>
        <p14:section name="플래너 B안" id="{10CEA220-008E-4E15-AAEF-F44394FFA533}">
          <p14:sldIdLst>
            <p14:sldId id="265"/>
            <p14:sldId id="260"/>
          </p14:sldIdLst>
        </p14:section>
        <p14:section name="2권" id="{A12347D2-5215-4A7B-A2AB-D6C64DF594B0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>
        <p:scale>
          <a:sx n="150" d="100"/>
          <a:sy n="150" d="100"/>
        </p:scale>
        <p:origin x="108" y="-6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74996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661DAE-1975-08B0-77A9-000FD01C8AD4}"/>
              </a:ext>
            </a:extLst>
          </p:cNvPr>
          <p:cNvSpPr txBox="1"/>
          <p:nvPr/>
        </p:nvSpPr>
        <p:spPr>
          <a:xfrm>
            <a:off x="1930400" y="1335315"/>
            <a:ext cx="4862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총 도비라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6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/>
              <a:t>Why?</a:t>
            </a:r>
          </a:p>
        </p:txBody>
      </p:sp>
      <p:sp>
        <p:nvSpPr>
          <p:cNvPr id="3" name="Text 1"/>
          <p:cNvSpPr/>
          <p:nvPr/>
        </p:nvSpPr>
        <p:spPr>
          <a:xfrm>
            <a:off x="457200" y="59968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2600" b="1" dirty="0">
                <a:solidFill>
                  <a:srgbClr val="EC3B83"/>
                </a:solidFill>
                <a:latin typeface="Malgun Gothic" pitchFamily="34" charset="0"/>
                <a:ea typeface="Malgun Gothic" pitchFamily="34" charset="-122"/>
              </a:rPr>
              <a:t>애드투 교재 소개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875520" y="462520"/>
            <a:ext cx="1920240" cy="36576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4625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E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독학으로 끝내는 수험서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247120" cy="4572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8" name="Shape 6"/>
          <p:cNvSpPr/>
          <p:nvPr/>
        </p:nvSpPr>
        <p:spPr>
          <a:xfrm>
            <a:off x="6355080" y="2127580"/>
            <a:ext cx="5349240" cy="143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B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55080" y="2127580"/>
            <a:ext cx="73152" cy="143008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10" name="Shape 8"/>
          <p:cNvSpPr/>
          <p:nvPr/>
        </p:nvSpPr>
        <p:spPr>
          <a:xfrm>
            <a:off x="6629400" y="2277500"/>
            <a:ext cx="502920" cy="502920"/>
          </a:xfrm>
          <a:prstGeom prst="ellipse">
            <a:avLst/>
          </a:prstGeom>
          <a:solidFill>
            <a:srgbClr val="EC3B83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239180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315200" y="23506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기초부터 차근차근형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315200" y="256138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 감각이 부족하거나, 완전히 처음 시작하는 분께 추천합니다.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6629400" y="3009020"/>
            <a:ext cx="1417320" cy="411480"/>
          </a:xfrm>
          <a:prstGeom prst="roundRect">
            <a:avLst>
              <a:gd name="adj" fmla="val 13333"/>
            </a:avLst>
          </a:prstGeom>
          <a:solidFill>
            <a:srgbClr val="FCE4EC"/>
          </a:solidFill>
          <a:ln w="12700">
            <a:solidFill>
              <a:srgbClr val="F8BBD0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30455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C81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01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6675120" y="322847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기초수학</a:t>
            </a:r>
            <a:endParaRPr lang="en-US" sz="11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3123320"/>
            <a:ext cx="182880" cy="18288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8321040" y="3009020"/>
            <a:ext cx="1417320" cy="411480"/>
          </a:xfrm>
          <a:prstGeom prst="roundRect">
            <a:avLst>
              <a:gd name="adj" fmla="val 13333"/>
            </a:avLst>
          </a:prstGeom>
          <a:solidFill>
            <a:srgbClr val="FCE4EC"/>
          </a:solidFill>
          <a:ln w="12700">
            <a:solidFill>
              <a:srgbClr val="F8BB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321040" y="30455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C81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800" dirty="0"/>
          </a:p>
        </p:txBody>
      </p:sp>
      <p:sp>
        <p:nvSpPr>
          <p:cNvPr id="21" name="Text 17"/>
          <p:cNvSpPr/>
          <p:nvPr/>
        </p:nvSpPr>
        <p:spPr>
          <a:xfrm>
            <a:off x="8366760" y="322847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핵심이론</a:t>
            </a:r>
            <a:endParaRPr lang="en-US" sz="11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4080" y="3123320"/>
            <a:ext cx="182880" cy="18288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10012680" y="3009020"/>
            <a:ext cx="1417320" cy="411480"/>
          </a:xfrm>
          <a:prstGeom prst="roundRect">
            <a:avLst>
              <a:gd name="adj" fmla="val 13333"/>
            </a:avLst>
          </a:prstGeom>
          <a:solidFill>
            <a:srgbClr val="FCE4EC"/>
          </a:solidFill>
          <a:ln w="12700">
            <a:solidFill>
              <a:srgbClr val="F8BBD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10012680" y="3045596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C81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800" dirty="0"/>
          </a:p>
        </p:txBody>
      </p:sp>
      <p:sp>
        <p:nvSpPr>
          <p:cNvPr id="25" name="Text 20"/>
          <p:cNvSpPr/>
          <p:nvPr/>
        </p:nvSpPr>
        <p:spPr>
          <a:xfrm>
            <a:off x="10058400" y="3228476"/>
            <a:ext cx="132588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8개년 기출문제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6355080" y="3700129"/>
            <a:ext cx="5349240" cy="1417320"/>
          </a:xfrm>
          <a:prstGeom prst="rect">
            <a:avLst/>
          </a:prstGeom>
          <a:solidFill>
            <a:srgbClr val="FFFFFF"/>
          </a:solidFill>
          <a:ln w="15240">
            <a:solidFill>
              <a:srgbClr val="F8BB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355080" y="3700129"/>
            <a:ext cx="73152" cy="141732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28" name="Shape 23"/>
          <p:cNvSpPr/>
          <p:nvPr/>
        </p:nvSpPr>
        <p:spPr>
          <a:xfrm>
            <a:off x="6629400" y="3837289"/>
            <a:ext cx="502920" cy="502920"/>
          </a:xfrm>
          <a:prstGeom prst="ellipse">
            <a:avLst/>
          </a:prstGeom>
          <a:solidFill>
            <a:srgbClr val="EC3B83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3700" y="3951589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7315200" y="3910441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집중형</a:t>
            </a:r>
            <a:endParaRPr lang="en-US" sz="1500" dirty="0"/>
          </a:p>
        </p:txBody>
      </p:sp>
      <p:sp>
        <p:nvSpPr>
          <p:cNvPr id="32" name="Text 26"/>
          <p:cNvSpPr/>
          <p:nvPr/>
        </p:nvSpPr>
        <p:spPr>
          <a:xfrm>
            <a:off x="7315200" y="413180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기본기는 있지만 이론부터 탄탄히 다지고 싶은 분께 추천합니다.</a:t>
            </a:r>
            <a:endParaRPr lang="en-US" sz="850" dirty="0"/>
          </a:p>
        </p:txBody>
      </p:sp>
      <p:sp>
        <p:nvSpPr>
          <p:cNvPr id="33" name="Shape 27"/>
          <p:cNvSpPr/>
          <p:nvPr/>
        </p:nvSpPr>
        <p:spPr>
          <a:xfrm>
            <a:off x="6629400" y="4568809"/>
            <a:ext cx="2263140" cy="411480"/>
          </a:xfrm>
          <a:prstGeom prst="roundRect">
            <a:avLst>
              <a:gd name="adj" fmla="val 13333"/>
            </a:avLst>
          </a:prstGeom>
          <a:solidFill>
            <a:srgbClr val="FCE4EC"/>
          </a:solidFill>
          <a:ln w="12700">
            <a:solidFill>
              <a:srgbClr val="F8BBD0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6629400" y="4605385"/>
            <a:ext cx="2263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C81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800" dirty="0"/>
          </a:p>
        </p:txBody>
      </p:sp>
      <p:sp>
        <p:nvSpPr>
          <p:cNvPr id="35" name="Text 29"/>
          <p:cNvSpPr/>
          <p:nvPr/>
        </p:nvSpPr>
        <p:spPr>
          <a:xfrm>
            <a:off x="6675120" y="4788265"/>
            <a:ext cx="21717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핵심이론</a:t>
            </a:r>
            <a:endParaRPr lang="en-US" sz="1100" dirty="0"/>
          </a:p>
        </p:txBody>
      </p:sp>
      <p:pic>
        <p:nvPicPr>
          <p:cNvPr id="3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260" y="4683109"/>
            <a:ext cx="182880" cy="182880"/>
          </a:xfrm>
          <a:prstGeom prst="rect">
            <a:avLst/>
          </a:prstGeom>
        </p:spPr>
      </p:pic>
      <p:sp>
        <p:nvSpPr>
          <p:cNvPr id="37" name="Shape 30"/>
          <p:cNvSpPr/>
          <p:nvPr/>
        </p:nvSpPr>
        <p:spPr>
          <a:xfrm>
            <a:off x="9166860" y="4568809"/>
            <a:ext cx="2263140" cy="411480"/>
          </a:xfrm>
          <a:prstGeom prst="roundRect">
            <a:avLst>
              <a:gd name="adj" fmla="val 13333"/>
            </a:avLst>
          </a:prstGeom>
          <a:solidFill>
            <a:srgbClr val="FCE4EC"/>
          </a:solidFill>
          <a:ln w="12700">
            <a:solidFill>
              <a:srgbClr val="F8BBD0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9166860" y="4605385"/>
            <a:ext cx="2263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C81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800" dirty="0"/>
          </a:p>
        </p:txBody>
      </p:sp>
      <p:sp>
        <p:nvSpPr>
          <p:cNvPr id="39" name="Text 32"/>
          <p:cNvSpPr/>
          <p:nvPr/>
        </p:nvSpPr>
        <p:spPr>
          <a:xfrm>
            <a:off x="9212580" y="4788265"/>
            <a:ext cx="21717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8개년 기출문제</a:t>
            </a:r>
            <a:endParaRPr lang="en-US" sz="1100" dirty="0"/>
          </a:p>
        </p:txBody>
      </p:sp>
      <p:sp>
        <p:nvSpPr>
          <p:cNvPr id="40" name="Shape 33"/>
          <p:cNvSpPr/>
          <p:nvPr/>
        </p:nvSpPr>
        <p:spPr>
          <a:xfrm>
            <a:off x="6355080" y="5234407"/>
            <a:ext cx="5349240" cy="1453472"/>
          </a:xfrm>
          <a:prstGeom prst="rect">
            <a:avLst/>
          </a:prstGeom>
          <a:solidFill>
            <a:srgbClr val="FFFFFF"/>
          </a:solidFill>
          <a:ln w="15240">
            <a:solidFill>
              <a:srgbClr val="F8BBD0"/>
            </a:solidFill>
            <a:prstDash val="solid"/>
          </a:ln>
          <a:effectLst>
            <a:outerShdw blurRad="101600" dist="254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6355080" y="5234407"/>
            <a:ext cx="73152" cy="1453472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42" name="Shape 35"/>
          <p:cNvSpPr/>
          <p:nvPr/>
        </p:nvSpPr>
        <p:spPr>
          <a:xfrm>
            <a:off x="6629400" y="5407719"/>
            <a:ext cx="502920" cy="502920"/>
          </a:xfrm>
          <a:prstGeom prst="ellipse">
            <a:avLst/>
          </a:prstGeom>
          <a:solidFill>
            <a:srgbClr val="EC3B83"/>
          </a:solidFill>
          <a:ln/>
        </p:spPr>
      </p:sp>
      <p:pic>
        <p:nvPicPr>
          <p:cNvPr id="43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43700" y="5522019"/>
            <a:ext cx="274320" cy="27432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7315200" y="5480871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중심형</a:t>
            </a:r>
            <a:endParaRPr lang="en-US" sz="1500" dirty="0"/>
          </a:p>
        </p:txBody>
      </p:sp>
      <p:sp>
        <p:nvSpPr>
          <p:cNvPr id="46" name="Text 38"/>
          <p:cNvSpPr/>
          <p:nvPr/>
        </p:nvSpPr>
        <p:spPr>
          <a:xfrm>
            <a:off x="7315200" y="5691603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학습 경험이 있어, 기출부터 바로 시작하고 싶은 분께 추천합니다.</a:t>
            </a:r>
            <a:endParaRPr lang="en-US" sz="850" dirty="0"/>
          </a:p>
        </p:txBody>
      </p:sp>
      <p:sp>
        <p:nvSpPr>
          <p:cNvPr id="47" name="Shape 39"/>
          <p:cNvSpPr/>
          <p:nvPr/>
        </p:nvSpPr>
        <p:spPr>
          <a:xfrm>
            <a:off x="6629400" y="6139239"/>
            <a:ext cx="2263140" cy="411480"/>
          </a:xfrm>
          <a:prstGeom prst="roundRect">
            <a:avLst>
              <a:gd name="adj" fmla="val 13333"/>
            </a:avLst>
          </a:prstGeom>
          <a:solidFill>
            <a:srgbClr val="FCE4EC"/>
          </a:solidFill>
          <a:ln w="12700">
            <a:solidFill>
              <a:srgbClr val="F8BBD0"/>
            </a:solidFill>
            <a:prstDash val="solid"/>
          </a:ln>
        </p:spPr>
      </p:sp>
      <p:sp>
        <p:nvSpPr>
          <p:cNvPr id="48" name="Text 40"/>
          <p:cNvSpPr/>
          <p:nvPr/>
        </p:nvSpPr>
        <p:spPr>
          <a:xfrm>
            <a:off x="6629400" y="6175815"/>
            <a:ext cx="2263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C81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03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6675120" y="6358695"/>
            <a:ext cx="21717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8개년 기출문제</a:t>
            </a:r>
            <a:endParaRPr lang="en-US" sz="1100" dirty="0"/>
          </a:p>
        </p:txBody>
      </p:sp>
      <p:pic>
        <p:nvPicPr>
          <p:cNvPr id="50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8260" y="6253539"/>
            <a:ext cx="182880" cy="182880"/>
          </a:xfrm>
          <a:prstGeom prst="rect">
            <a:avLst/>
          </a:prstGeom>
        </p:spPr>
      </p:pic>
      <p:sp>
        <p:nvSpPr>
          <p:cNvPr id="51" name="Shape 42"/>
          <p:cNvSpPr/>
          <p:nvPr/>
        </p:nvSpPr>
        <p:spPr>
          <a:xfrm>
            <a:off x="9166860" y="6139239"/>
            <a:ext cx="2263140" cy="411480"/>
          </a:xfrm>
          <a:prstGeom prst="roundRect">
            <a:avLst>
              <a:gd name="adj" fmla="val 13333"/>
            </a:avLst>
          </a:prstGeom>
          <a:solidFill>
            <a:srgbClr val="FCE4EC"/>
          </a:solidFill>
          <a:ln w="12700">
            <a:solidFill>
              <a:srgbClr val="F8BBD0"/>
            </a:solidFill>
            <a:prstDash val="solid"/>
          </a:ln>
        </p:spPr>
      </p:sp>
      <p:sp>
        <p:nvSpPr>
          <p:cNvPr id="52" name="Text 43"/>
          <p:cNvSpPr/>
          <p:nvPr/>
        </p:nvSpPr>
        <p:spPr>
          <a:xfrm>
            <a:off x="9166860" y="6175815"/>
            <a:ext cx="22631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150" dirty="0">
                <a:solidFill>
                  <a:srgbClr val="C81E6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02</a:t>
            </a:r>
            <a:endParaRPr lang="en-US" sz="800" dirty="0"/>
          </a:p>
        </p:txBody>
      </p:sp>
      <p:sp>
        <p:nvSpPr>
          <p:cNvPr id="53" name="Text 44"/>
          <p:cNvSpPr/>
          <p:nvPr/>
        </p:nvSpPr>
        <p:spPr>
          <a:xfrm>
            <a:off x="9212580" y="6358695"/>
            <a:ext cx="21717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핵심이론</a:t>
            </a:r>
            <a:endParaRPr lang="en-US" sz="1100" dirty="0"/>
          </a:p>
        </p:txBody>
      </p:sp>
      <p:sp>
        <p:nvSpPr>
          <p:cNvPr id="54" name="Shape 45"/>
          <p:cNvSpPr/>
          <p:nvPr/>
        </p:nvSpPr>
        <p:spPr>
          <a:xfrm>
            <a:off x="10515600" y="5938071"/>
            <a:ext cx="822960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EC3B83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10515600" y="5938071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C3B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모르는 것만</a:t>
            </a:r>
            <a:endParaRPr lang="en-US" sz="800" dirty="0"/>
          </a:p>
        </p:txBody>
      </p:sp>
      <p:sp>
        <p:nvSpPr>
          <p:cNvPr id="56" name="Shape 47"/>
          <p:cNvSpPr/>
          <p:nvPr/>
        </p:nvSpPr>
        <p:spPr>
          <a:xfrm>
            <a:off x="6080760" y="1508760"/>
            <a:ext cx="0" cy="5166360"/>
          </a:xfrm>
          <a:prstGeom prst="line">
            <a:avLst/>
          </a:prstGeom>
          <a:noFill/>
          <a:ln w="12700">
            <a:solidFill>
              <a:srgbClr val="F8BBD0"/>
            </a:solidFill>
            <a:prstDash val="dash"/>
          </a:ln>
        </p:spPr>
      </p:sp>
      <p:grpSp>
        <p:nvGrpSpPr>
          <p:cNvPr id="98" name="그룹 97">
            <a:extLst>
              <a:ext uri="{FF2B5EF4-FFF2-40B4-BE49-F238E27FC236}">
                <a16:creationId xmlns:a16="http://schemas.microsoft.com/office/drawing/2014/main" id="{75690A37-C484-D496-9D84-0CDAB87D9A7C}"/>
              </a:ext>
            </a:extLst>
          </p:cNvPr>
          <p:cNvGrpSpPr/>
          <p:nvPr/>
        </p:nvGrpSpPr>
        <p:grpSpPr>
          <a:xfrm>
            <a:off x="492288" y="1521519"/>
            <a:ext cx="5349240" cy="5120640"/>
            <a:chOff x="6355080" y="1554480"/>
            <a:chExt cx="5349240" cy="5120640"/>
          </a:xfrm>
        </p:grpSpPr>
        <p:sp>
          <p:nvSpPr>
            <p:cNvPr id="57" name="Text 48"/>
            <p:cNvSpPr/>
            <p:nvPr/>
          </p:nvSpPr>
          <p:spPr>
            <a:xfrm>
              <a:off x="6355080" y="1554480"/>
              <a:ext cx="5349240" cy="3657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ko-KR" altLang="en-US" sz="1600" b="1" dirty="0">
                  <a:solidFill>
                    <a:srgbClr val="2C2C2C"/>
                  </a:solidFill>
                  <a:latin typeface="Malgun Gothic" pitchFamily="34" charset="0"/>
                  <a:ea typeface="Malgun Gothic" pitchFamily="34" charset="-122"/>
                </a:rPr>
                <a:t>독학 최적화 솔루션</a:t>
              </a:r>
              <a:endParaRPr lang="en-US" sz="1600" dirty="0"/>
            </a:p>
          </p:txBody>
        </p:sp>
        <p:sp>
          <p:nvSpPr>
            <p:cNvPr id="58" name="Shape 49"/>
            <p:cNvSpPr/>
            <p:nvPr/>
          </p:nvSpPr>
          <p:spPr>
            <a:xfrm>
              <a:off x="6355080" y="1938528"/>
              <a:ext cx="320040" cy="36576"/>
            </a:xfrm>
            <a:prstGeom prst="rect">
              <a:avLst/>
            </a:prstGeom>
            <a:solidFill>
              <a:srgbClr val="EC3B83"/>
            </a:solidFill>
            <a:ln/>
          </p:spPr>
        </p:sp>
        <p:sp>
          <p:nvSpPr>
            <p:cNvPr id="59" name="Shape 50"/>
            <p:cNvSpPr/>
            <p:nvPr/>
          </p:nvSpPr>
          <p:spPr>
            <a:xfrm>
              <a:off x="6355080" y="2148840"/>
              <a:ext cx="320040" cy="320040"/>
            </a:xfrm>
            <a:prstGeom prst="ellipse">
              <a:avLst/>
            </a:prstGeom>
            <a:solidFill>
              <a:srgbClr val="EC3B83"/>
            </a:solidFill>
            <a:ln/>
          </p:spPr>
        </p:sp>
        <p:sp>
          <p:nvSpPr>
            <p:cNvPr id="60" name="Text 51"/>
            <p:cNvSpPr/>
            <p:nvPr/>
          </p:nvSpPr>
          <p:spPr>
            <a:xfrm>
              <a:off x="6355080" y="214884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01</a:t>
              </a:r>
              <a:endParaRPr lang="en-US" sz="1000" dirty="0"/>
            </a:p>
          </p:txBody>
        </p:sp>
        <p:sp>
          <p:nvSpPr>
            <p:cNvPr id="61" name="Text 52"/>
            <p:cNvSpPr/>
            <p:nvPr/>
          </p:nvSpPr>
          <p:spPr>
            <a:xfrm>
              <a:off x="6812280" y="2130552"/>
              <a:ext cx="4892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C2C2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체계적인 학습 우선순위 설계</a:t>
              </a:r>
              <a:endParaRPr lang="en-US" sz="1200" dirty="0"/>
            </a:p>
          </p:txBody>
        </p:sp>
        <p:sp>
          <p:nvSpPr>
            <p:cNvPr id="62" name="Text 53"/>
            <p:cNvSpPr/>
            <p:nvPr/>
          </p:nvSpPr>
          <p:spPr>
            <a:xfrm>
              <a:off x="6812280" y="2468880"/>
              <a:ext cx="4892040" cy="838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100"/>
                </a:spcAft>
                <a:buNone/>
              </a:pPr>
              <a:r>
                <a:rPr lang="en-US" sz="8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20개년 이상의 역대 기출문제를 빅데이터 기반으로 분석하여, 시험에 자주 출제되는 핵심 요소를 별표(★)로 구분하여 표시하였습니다. 학습자가 방대한 이론을 무작정 암기하는 것이 아니라, 빈출도에 따라 학습 우선순위를 부여받아 제한된 시간 안에 가장 중요한 내용부터 효율적으로 학습할 수 있도록 설계하였습니다. </a:t>
              </a:r>
              <a:endParaRPr lang="en-US" sz="850" dirty="0"/>
            </a:p>
          </p:txBody>
        </p:sp>
        <p:sp>
          <p:nvSpPr>
            <p:cNvPr id="63" name="Shape 54"/>
            <p:cNvSpPr/>
            <p:nvPr/>
          </p:nvSpPr>
          <p:spPr>
            <a:xfrm>
              <a:off x="6355080" y="3398520"/>
              <a:ext cx="320040" cy="320040"/>
            </a:xfrm>
            <a:prstGeom prst="ellipse">
              <a:avLst/>
            </a:prstGeom>
            <a:solidFill>
              <a:srgbClr val="EC3B83"/>
            </a:solidFill>
            <a:ln/>
          </p:spPr>
        </p:sp>
        <p:sp>
          <p:nvSpPr>
            <p:cNvPr id="64" name="Text 55"/>
            <p:cNvSpPr/>
            <p:nvPr/>
          </p:nvSpPr>
          <p:spPr>
            <a:xfrm>
              <a:off x="6355080" y="339852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02</a:t>
              </a:r>
              <a:endParaRPr lang="en-US" sz="1000" dirty="0"/>
            </a:p>
          </p:txBody>
        </p:sp>
        <p:sp>
          <p:nvSpPr>
            <p:cNvPr id="65" name="Text 56"/>
            <p:cNvSpPr/>
            <p:nvPr/>
          </p:nvSpPr>
          <p:spPr>
            <a:xfrm>
              <a:off x="6812280" y="3380232"/>
              <a:ext cx="4892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C2C2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실전에 최적화된 기출문제 구성</a:t>
              </a:r>
              <a:endParaRPr lang="en-US" sz="1200" dirty="0"/>
            </a:p>
          </p:txBody>
        </p:sp>
        <p:sp>
          <p:nvSpPr>
            <p:cNvPr id="66" name="Text 57"/>
            <p:cNvSpPr/>
            <p:nvPr/>
          </p:nvSpPr>
          <p:spPr>
            <a:xfrm>
              <a:off x="6812280" y="3718560"/>
              <a:ext cx="4892040" cy="838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100"/>
                </a:spcAft>
                <a:buNone/>
              </a:pPr>
              <a:r>
                <a:rPr lang="en-US" sz="8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CBT 출제경향 패턴을 정밀 분석하고, 각 문항을 실제 시험과 유사한 난이도와 구성으로 재배치하여 실전 감각을 끌어올릴 수 있도록 하였습니다. 단순히 정답만 제시하는 것이 아니라, 왜 그 답이 정답인지에 대한 상세 해설과 오답이 왜 오답인지 분석하는 '오답 분석'까지 제공합니다. '독끝 학습 Point'를 통해 문제풀이 과정에서 핵심 개념을 한 번 더 정리할 수 있습니다.</a:t>
              </a:r>
              <a:endParaRPr lang="en-US" sz="850" dirty="0"/>
            </a:p>
          </p:txBody>
        </p:sp>
        <p:sp>
          <p:nvSpPr>
            <p:cNvPr id="67" name="Shape 58"/>
            <p:cNvSpPr/>
            <p:nvPr/>
          </p:nvSpPr>
          <p:spPr>
            <a:xfrm>
              <a:off x="6355080" y="4648200"/>
              <a:ext cx="320040" cy="320040"/>
            </a:xfrm>
            <a:prstGeom prst="ellipse">
              <a:avLst/>
            </a:prstGeom>
            <a:solidFill>
              <a:srgbClr val="EC3B83"/>
            </a:solidFill>
            <a:ln/>
          </p:spPr>
        </p:sp>
        <p:sp>
          <p:nvSpPr>
            <p:cNvPr id="68" name="Text 59"/>
            <p:cNvSpPr/>
            <p:nvPr/>
          </p:nvSpPr>
          <p:spPr>
            <a:xfrm>
              <a:off x="6355080" y="4648200"/>
              <a:ext cx="320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b="1" dirty="0">
                  <a:solidFill>
                    <a:srgbClr val="FFFFFF"/>
                  </a:solidFill>
                  <a:latin typeface="Arial Black" pitchFamily="34" charset="0"/>
                  <a:ea typeface="Arial Black" pitchFamily="34" charset="-122"/>
                  <a:cs typeface="Arial Black" pitchFamily="34" charset="-120"/>
                </a:rPr>
                <a:t>03</a:t>
              </a:r>
              <a:endParaRPr lang="en-US" sz="1000" dirty="0"/>
            </a:p>
          </p:txBody>
        </p:sp>
        <p:sp>
          <p:nvSpPr>
            <p:cNvPr id="69" name="Text 60"/>
            <p:cNvSpPr/>
            <p:nvPr/>
          </p:nvSpPr>
          <p:spPr>
            <a:xfrm>
              <a:off x="6812280" y="4629912"/>
              <a:ext cx="4892040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C2C2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풍부한 </a:t>
              </a:r>
              <a:r>
                <a:rPr lang="en-US" sz="1200" b="1" dirty="0" err="1">
                  <a:solidFill>
                    <a:srgbClr val="2C2C2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부가</a:t>
              </a:r>
              <a:r>
                <a:rPr lang="en-US" sz="1200" b="1" dirty="0">
                  <a:solidFill>
                    <a:srgbClr val="2C2C2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1200" b="1" dirty="0" err="1">
                  <a:solidFill>
                    <a:srgbClr val="2C2C2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콘텐츠</a:t>
              </a:r>
              <a:endParaRPr lang="en-US" sz="1200" dirty="0"/>
            </a:p>
          </p:txBody>
        </p:sp>
        <p:sp>
          <p:nvSpPr>
            <p:cNvPr id="70" name="Text 61"/>
            <p:cNvSpPr/>
            <p:nvPr/>
          </p:nvSpPr>
          <p:spPr>
            <a:xfrm>
              <a:off x="6812280" y="4968240"/>
              <a:ext cx="4892040" cy="838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100"/>
                </a:spcAft>
                <a:buNone/>
              </a:pPr>
              <a:r>
                <a:rPr lang="en-US" sz="8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무료 강의와 핵심이론 요약집 외에도, 합격까지 책임지는 CBT 모의고사 </a:t>
              </a:r>
              <a:r>
                <a:rPr lang="en-US" sz="850" dirty="0" err="1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서비스를</a:t>
              </a:r>
              <a:r>
                <a:rPr lang="en-US" sz="8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</a:t>
              </a:r>
              <a:r>
                <a:rPr lang="en-US" sz="850" dirty="0" err="1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제공합니다</a:t>
              </a:r>
              <a:r>
                <a:rPr lang="en-US" sz="8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. </a:t>
              </a:r>
              <a:r>
                <a:rPr lang="ko-KR" altLang="en-US" sz="8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또한</a:t>
              </a:r>
              <a:r>
                <a:rPr lang="en-US" sz="85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 애드투 사이트(www.addto.co.kr)에 방문하시면 플립카드, 오디오북, 시뮬레이션 등 다양한 학습 콘텐츠를 만나보실 수 있습니다.</a:t>
              </a:r>
              <a:endParaRPr lang="en-US" sz="850" dirty="0"/>
            </a:p>
          </p:txBody>
        </p:sp>
        <p:sp>
          <p:nvSpPr>
            <p:cNvPr id="71" name="Shape 62"/>
            <p:cNvSpPr/>
            <p:nvPr/>
          </p:nvSpPr>
          <p:spPr>
            <a:xfrm>
              <a:off x="6355080" y="5989320"/>
              <a:ext cx="5349240" cy="685800"/>
            </a:xfrm>
            <a:prstGeom prst="roundRect">
              <a:avLst>
                <a:gd name="adj" fmla="val 8000"/>
              </a:avLst>
            </a:prstGeom>
            <a:solidFill>
              <a:srgbClr val="FCE4EC"/>
            </a:solidFill>
            <a:ln w="12700">
              <a:solidFill>
                <a:srgbClr val="F8BBD0"/>
              </a:solidFill>
              <a:prstDash val="solid"/>
            </a:ln>
          </p:spPr>
        </p:sp>
        <p:sp>
          <p:nvSpPr>
            <p:cNvPr id="72" name="Shape 63"/>
            <p:cNvSpPr/>
            <p:nvPr/>
          </p:nvSpPr>
          <p:spPr>
            <a:xfrm>
              <a:off x="6492240" y="6057900"/>
              <a:ext cx="548640" cy="5486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2C2C2C"/>
              </a:solidFill>
              <a:prstDash val="solid"/>
            </a:ln>
          </p:spPr>
        </p:sp>
        <p:sp>
          <p:nvSpPr>
            <p:cNvPr id="73" name="Shape 64"/>
            <p:cNvSpPr/>
            <p:nvPr/>
          </p:nvSpPr>
          <p:spPr>
            <a:xfrm>
              <a:off x="6528816" y="6094476"/>
              <a:ext cx="137160" cy="137160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74" name="Shape 65"/>
            <p:cNvSpPr/>
            <p:nvPr/>
          </p:nvSpPr>
          <p:spPr>
            <a:xfrm>
              <a:off x="6565392" y="6131052"/>
              <a:ext cx="64008" cy="64008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75" name="Shape 66"/>
            <p:cNvSpPr/>
            <p:nvPr/>
          </p:nvSpPr>
          <p:spPr>
            <a:xfrm>
              <a:off x="6867144" y="6094476"/>
              <a:ext cx="137160" cy="137160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76" name="Shape 67"/>
            <p:cNvSpPr/>
            <p:nvPr/>
          </p:nvSpPr>
          <p:spPr>
            <a:xfrm>
              <a:off x="6903720" y="6131052"/>
              <a:ext cx="64008" cy="64008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77" name="Shape 68"/>
            <p:cNvSpPr/>
            <p:nvPr/>
          </p:nvSpPr>
          <p:spPr>
            <a:xfrm>
              <a:off x="6528816" y="6432804"/>
              <a:ext cx="137160" cy="137160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78" name="Shape 69"/>
            <p:cNvSpPr/>
            <p:nvPr/>
          </p:nvSpPr>
          <p:spPr>
            <a:xfrm>
              <a:off x="6565392" y="6469380"/>
              <a:ext cx="64008" cy="64008"/>
            </a:xfrm>
            <a:prstGeom prst="rect">
              <a:avLst/>
            </a:prstGeom>
            <a:solidFill>
              <a:srgbClr val="FFFFFF"/>
            </a:solidFill>
            <a:ln/>
          </p:spPr>
        </p:sp>
        <p:sp>
          <p:nvSpPr>
            <p:cNvPr id="79" name="Shape 70"/>
            <p:cNvSpPr/>
            <p:nvPr/>
          </p:nvSpPr>
          <p:spPr>
            <a:xfrm>
              <a:off x="6675120" y="6240780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80" name="Shape 71"/>
            <p:cNvSpPr/>
            <p:nvPr/>
          </p:nvSpPr>
          <p:spPr>
            <a:xfrm>
              <a:off x="6748272" y="6240780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81" name="Shape 72"/>
            <p:cNvSpPr/>
            <p:nvPr/>
          </p:nvSpPr>
          <p:spPr>
            <a:xfrm>
              <a:off x="6784848" y="6240780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82" name="Shape 73"/>
            <p:cNvSpPr/>
            <p:nvPr/>
          </p:nvSpPr>
          <p:spPr>
            <a:xfrm>
              <a:off x="6711696" y="6277356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83" name="Shape 74"/>
            <p:cNvSpPr/>
            <p:nvPr/>
          </p:nvSpPr>
          <p:spPr>
            <a:xfrm>
              <a:off x="6784848" y="6277356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84" name="Shape 75"/>
            <p:cNvSpPr/>
            <p:nvPr/>
          </p:nvSpPr>
          <p:spPr>
            <a:xfrm>
              <a:off x="6821424" y="6277356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85" name="Shape 76"/>
            <p:cNvSpPr/>
            <p:nvPr/>
          </p:nvSpPr>
          <p:spPr>
            <a:xfrm>
              <a:off x="6675120" y="6313932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86" name="Shape 77"/>
            <p:cNvSpPr/>
            <p:nvPr/>
          </p:nvSpPr>
          <p:spPr>
            <a:xfrm>
              <a:off x="6711696" y="6313932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87" name="Shape 78"/>
            <p:cNvSpPr/>
            <p:nvPr/>
          </p:nvSpPr>
          <p:spPr>
            <a:xfrm>
              <a:off x="6748272" y="6313932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88" name="Shape 79"/>
            <p:cNvSpPr/>
            <p:nvPr/>
          </p:nvSpPr>
          <p:spPr>
            <a:xfrm>
              <a:off x="6711696" y="6350508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89" name="Shape 80"/>
            <p:cNvSpPr/>
            <p:nvPr/>
          </p:nvSpPr>
          <p:spPr>
            <a:xfrm>
              <a:off x="6784848" y="6350508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90" name="Shape 81"/>
            <p:cNvSpPr/>
            <p:nvPr/>
          </p:nvSpPr>
          <p:spPr>
            <a:xfrm>
              <a:off x="6821424" y="6350508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91" name="Shape 82"/>
            <p:cNvSpPr/>
            <p:nvPr/>
          </p:nvSpPr>
          <p:spPr>
            <a:xfrm>
              <a:off x="6675120" y="6387084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92" name="Shape 83"/>
            <p:cNvSpPr/>
            <p:nvPr/>
          </p:nvSpPr>
          <p:spPr>
            <a:xfrm>
              <a:off x="6748272" y="6387084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93" name="Shape 84"/>
            <p:cNvSpPr/>
            <p:nvPr/>
          </p:nvSpPr>
          <p:spPr>
            <a:xfrm>
              <a:off x="6784848" y="6387084"/>
              <a:ext cx="36576" cy="36576"/>
            </a:xfrm>
            <a:prstGeom prst="rect">
              <a:avLst/>
            </a:prstGeom>
            <a:solidFill>
              <a:srgbClr val="2C2C2C"/>
            </a:solidFill>
            <a:ln/>
          </p:spPr>
        </p:sp>
        <p:sp>
          <p:nvSpPr>
            <p:cNvPr id="94" name="Text 85"/>
            <p:cNvSpPr/>
            <p:nvPr/>
          </p:nvSpPr>
          <p:spPr>
            <a:xfrm>
              <a:off x="7269480" y="6080760"/>
              <a:ext cx="4251960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2C2C2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애드투 바로가기</a:t>
              </a:r>
              <a:endParaRPr lang="en-US" sz="1200" dirty="0"/>
            </a:p>
          </p:txBody>
        </p:sp>
        <p:sp>
          <p:nvSpPr>
            <p:cNvPr id="95" name="Text 86"/>
            <p:cNvSpPr/>
            <p:nvPr/>
          </p:nvSpPr>
          <p:spPr>
            <a:xfrm>
              <a:off x="7269480" y="6309360"/>
              <a:ext cx="4251960" cy="20116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000" dirty="0">
                  <a:solidFill>
                    <a:srgbClr val="C81E6C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www.addto.co.kr</a:t>
              </a:r>
              <a:endParaRPr lang="en-US" sz="1000" dirty="0"/>
            </a:p>
          </p:txBody>
        </p:sp>
        <p:sp>
          <p:nvSpPr>
            <p:cNvPr id="96" name="Text 87"/>
            <p:cNvSpPr/>
            <p:nvPr/>
          </p:nvSpPr>
          <p:spPr>
            <a:xfrm>
              <a:off x="7269480" y="6464808"/>
              <a:ext cx="42519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80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플립카드 · 오디오북 · 시뮬레이션 등 다양한 학습 콘텐츠 제공</a:t>
              </a:r>
              <a:endParaRPr lang="en-US" sz="800" dirty="0"/>
            </a:p>
          </p:txBody>
        </p:sp>
      </p:grpSp>
      <p:sp>
        <p:nvSpPr>
          <p:cNvPr id="99" name="Text 48">
            <a:extLst>
              <a:ext uri="{FF2B5EF4-FFF2-40B4-BE49-F238E27FC236}">
                <a16:creationId xmlns:a16="http://schemas.microsoft.com/office/drawing/2014/main" id="{912AD941-03B8-2DF7-B72C-F027517066E1}"/>
              </a:ext>
            </a:extLst>
          </p:cNvPr>
          <p:cNvSpPr/>
          <p:nvPr/>
        </p:nvSpPr>
        <p:spPr>
          <a:xfrm>
            <a:off x="6391656" y="152312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ko-KR" altLang="en-US" sz="1600" b="1" dirty="0"/>
              <a:t>맞춤 학습법 제시</a:t>
            </a:r>
            <a:endParaRPr lang="en-US" sz="1600" b="1" dirty="0"/>
          </a:p>
        </p:txBody>
      </p:sp>
      <p:sp>
        <p:nvSpPr>
          <p:cNvPr id="100" name="Shape 49">
            <a:extLst>
              <a:ext uri="{FF2B5EF4-FFF2-40B4-BE49-F238E27FC236}">
                <a16:creationId xmlns:a16="http://schemas.microsoft.com/office/drawing/2014/main" id="{B9EE5DAF-69BD-D912-F866-4E21D1573311}"/>
              </a:ext>
            </a:extLst>
          </p:cNvPr>
          <p:cNvSpPr/>
          <p:nvPr/>
        </p:nvSpPr>
        <p:spPr>
          <a:xfrm>
            <a:off x="6354393" y="1898476"/>
            <a:ext cx="320040" cy="36576"/>
          </a:xfrm>
          <a:prstGeom prst="rect">
            <a:avLst/>
          </a:prstGeom>
          <a:solidFill>
            <a:srgbClr val="EC3B83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27435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610315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EC3B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구성 및 활용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9875520" y="473155"/>
            <a:ext cx="1920240" cy="36576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473155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E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독학으로 끝내는 수험서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247120" cy="4572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08760"/>
            <a:ext cx="594360" cy="59436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149047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기초수학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188720" y="1920240"/>
            <a:ext cx="365760" cy="36576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12" name="Shape 10"/>
          <p:cNvSpPr/>
          <p:nvPr/>
        </p:nvSpPr>
        <p:spPr>
          <a:xfrm>
            <a:off x="457200" y="2194560"/>
            <a:ext cx="2032711" cy="1783080"/>
          </a:xfrm>
          <a:prstGeom prst="rect">
            <a:avLst/>
          </a:prstGeom>
          <a:solidFill>
            <a:srgbClr val="FAFAFA"/>
          </a:solidFill>
          <a:ln w="15240">
            <a:solidFill>
              <a:srgbClr val="F8BBD0"/>
            </a:solidFill>
            <a:prstDash val="dash"/>
          </a:ln>
        </p:spPr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956" y="2720340"/>
            <a:ext cx="457200" cy="4572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57200" y="3268980"/>
            <a:ext cx="20327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 이미지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470148"/>
            <a:ext cx="20327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4C4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캡처 삽입</a:t>
            </a:r>
            <a:endParaRPr lang="en-US" sz="700" dirty="0"/>
          </a:p>
        </p:txBody>
      </p:sp>
      <p:sp>
        <p:nvSpPr>
          <p:cNvPr id="16" name="Shape 13"/>
          <p:cNvSpPr/>
          <p:nvPr/>
        </p:nvSpPr>
        <p:spPr>
          <a:xfrm>
            <a:off x="2435047" y="236829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7" name="Shape 14"/>
          <p:cNvSpPr/>
          <p:nvPr/>
        </p:nvSpPr>
        <p:spPr>
          <a:xfrm>
            <a:off x="2489911" y="242316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718511" y="224028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19" name="Text 16"/>
          <p:cNvSpPr/>
          <p:nvPr/>
        </p:nvSpPr>
        <p:spPr>
          <a:xfrm>
            <a:off x="2718511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3193999" y="2212848"/>
            <a:ext cx="2612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꼭 필요한 최소한의 수학만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193999" y="2477810"/>
            <a:ext cx="2612441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수학을 놓았던 학습자도 감각을 되찾을 수 있도록 핵심 개념만 엄선하였습니다.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2435047" y="296265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23" name="Shape 20"/>
          <p:cNvSpPr/>
          <p:nvPr/>
        </p:nvSpPr>
        <p:spPr>
          <a:xfrm>
            <a:off x="2489911" y="301752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18511" y="283464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25" name="Text 22"/>
          <p:cNvSpPr/>
          <p:nvPr/>
        </p:nvSpPr>
        <p:spPr>
          <a:xfrm>
            <a:off x="2718511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193999" y="2807208"/>
            <a:ext cx="2612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+ 예시로 실전 적응력 강화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3193999" y="3081741"/>
            <a:ext cx="2612441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구체적인 예시 풀이를 함께 제시하여 실제 문제 풀이에 바로 적용할 수 있습니다.</a:t>
            </a:r>
            <a:endParaRPr lang="en-US" sz="800" dirty="0"/>
          </a:p>
        </p:txBody>
      </p:sp>
      <p:sp>
        <p:nvSpPr>
          <p:cNvPr id="28" name="Shape 25"/>
          <p:cNvSpPr/>
          <p:nvPr/>
        </p:nvSpPr>
        <p:spPr>
          <a:xfrm>
            <a:off x="2435047" y="355701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29" name="Shape 26"/>
          <p:cNvSpPr/>
          <p:nvPr/>
        </p:nvSpPr>
        <p:spPr>
          <a:xfrm>
            <a:off x="2489911" y="361188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18511" y="342900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31" name="Text 28"/>
          <p:cNvSpPr/>
          <p:nvPr/>
        </p:nvSpPr>
        <p:spPr>
          <a:xfrm>
            <a:off x="2718511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3193999" y="3401568"/>
            <a:ext cx="2612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표와 삽화 제공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3193999" y="3671316"/>
            <a:ext cx="2612441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복잡한 공식과 원리도 표·삽화로 시각화하여 한눈에 이해할 수 있습니다.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457200" y="4206240"/>
            <a:ext cx="594360" cy="59436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35" name="Text 32"/>
          <p:cNvSpPr/>
          <p:nvPr/>
        </p:nvSpPr>
        <p:spPr>
          <a:xfrm>
            <a:off x="45720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1188720" y="418795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핵심이론</a:t>
            </a:r>
            <a:endParaRPr lang="en-US" sz="2000" dirty="0"/>
          </a:p>
        </p:txBody>
      </p:sp>
      <p:sp>
        <p:nvSpPr>
          <p:cNvPr id="37" name="Shape 34"/>
          <p:cNvSpPr/>
          <p:nvPr/>
        </p:nvSpPr>
        <p:spPr>
          <a:xfrm>
            <a:off x="1188720" y="4617720"/>
            <a:ext cx="365760" cy="36576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38" name="Shape 35"/>
          <p:cNvSpPr/>
          <p:nvPr/>
        </p:nvSpPr>
        <p:spPr>
          <a:xfrm>
            <a:off x="457200" y="4892040"/>
            <a:ext cx="2032711" cy="1783080"/>
          </a:xfrm>
          <a:prstGeom prst="rect">
            <a:avLst/>
          </a:prstGeom>
          <a:solidFill>
            <a:srgbClr val="FAFAFA"/>
          </a:solidFill>
          <a:ln w="15240">
            <a:solidFill>
              <a:srgbClr val="F8BBD0"/>
            </a:solidFill>
            <a:prstDash val="dash"/>
          </a:ln>
        </p:spPr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4956" y="5417820"/>
            <a:ext cx="457200" cy="457200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457200" y="5966460"/>
            <a:ext cx="20327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 이미지</a:t>
            </a:r>
            <a:endParaRPr lang="en-US" sz="900" dirty="0"/>
          </a:p>
        </p:txBody>
      </p:sp>
      <p:sp>
        <p:nvSpPr>
          <p:cNvPr id="41" name="Text 37"/>
          <p:cNvSpPr/>
          <p:nvPr/>
        </p:nvSpPr>
        <p:spPr>
          <a:xfrm>
            <a:off x="457200" y="6167628"/>
            <a:ext cx="20327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4C4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캡처 삽입</a:t>
            </a:r>
            <a:endParaRPr lang="en-US" sz="700" dirty="0"/>
          </a:p>
        </p:txBody>
      </p:sp>
      <p:sp>
        <p:nvSpPr>
          <p:cNvPr id="42" name="Shape 38"/>
          <p:cNvSpPr/>
          <p:nvPr/>
        </p:nvSpPr>
        <p:spPr>
          <a:xfrm>
            <a:off x="2435047" y="506577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43" name="Shape 39"/>
          <p:cNvSpPr/>
          <p:nvPr/>
        </p:nvSpPr>
        <p:spPr>
          <a:xfrm>
            <a:off x="2489911" y="512064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2718511" y="493776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45" name="Text 41"/>
          <p:cNvSpPr/>
          <p:nvPr/>
        </p:nvSpPr>
        <p:spPr>
          <a:xfrm>
            <a:off x="2718511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46" name="Text 42"/>
          <p:cNvSpPr/>
          <p:nvPr/>
        </p:nvSpPr>
        <p:spPr>
          <a:xfrm>
            <a:off x="3193999" y="4910328"/>
            <a:ext cx="2612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기반 우선순위 학습</a:t>
            </a:r>
            <a:endParaRPr lang="en-US" sz="1100" dirty="0"/>
          </a:p>
        </p:txBody>
      </p:sp>
      <p:sp>
        <p:nvSpPr>
          <p:cNvPr id="47" name="Text 43"/>
          <p:cNvSpPr/>
          <p:nvPr/>
        </p:nvSpPr>
        <p:spPr>
          <a:xfrm>
            <a:off x="3193999" y="5175504"/>
            <a:ext cx="2612441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출제 데이터를 분석해 중요도에 따라 별표(★)로 표시, 전략적 학습이 가능합니다.</a:t>
            </a:r>
            <a:endParaRPr lang="en-US" sz="800" dirty="0"/>
          </a:p>
        </p:txBody>
      </p:sp>
      <p:sp>
        <p:nvSpPr>
          <p:cNvPr id="48" name="Shape 44"/>
          <p:cNvSpPr/>
          <p:nvPr/>
        </p:nvSpPr>
        <p:spPr>
          <a:xfrm>
            <a:off x="2435047" y="566013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49" name="Shape 45"/>
          <p:cNvSpPr/>
          <p:nvPr/>
        </p:nvSpPr>
        <p:spPr>
          <a:xfrm>
            <a:off x="2489911" y="571500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2718511" y="553212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51" name="Text 47"/>
          <p:cNvSpPr/>
          <p:nvPr/>
        </p:nvSpPr>
        <p:spPr>
          <a:xfrm>
            <a:off x="2718511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52" name="Text 48"/>
          <p:cNvSpPr/>
          <p:nvPr/>
        </p:nvSpPr>
        <p:spPr>
          <a:xfrm>
            <a:off x="3193999" y="5504688"/>
            <a:ext cx="2612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독끝 실전 Tip &amp; Plus Tip</a:t>
            </a:r>
            <a:endParaRPr lang="en-US" sz="1100" dirty="0"/>
          </a:p>
        </p:txBody>
      </p:sp>
      <p:sp>
        <p:nvSpPr>
          <p:cNvPr id="53" name="Text 49"/>
          <p:cNvSpPr/>
          <p:nvPr/>
        </p:nvSpPr>
        <p:spPr>
          <a:xfrm>
            <a:off x="3193999" y="5786663"/>
            <a:ext cx="2612441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핵심 포인트와 알아두면 유용한 내용을 별도 박스로 제공합니다.</a:t>
            </a:r>
            <a:endParaRPr lang="en-US" sz="800" dirty="0"/>
          </a:p>
        </p:txBody>
      </p:sp>
      <p:sp>
        <p:nvSpPr>
          <p:cNvPr id="54" name="Shape 50"/>
          <p:cNvSpPr/>
          <p:nvPr/>
        </p:nvSpPr>
        <p:spPr>
          <a:xfrm>
            <a:off x="2435047" y="625449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55" name="Shape 51"/>
          <p:cNvSpPr/>
          <p:nvPr/>
        </p:nvSpPr>
        <p:spPr>
          <a:xfrm>
            <a:off x="2489911" y="630936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2718511" y="612648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57" name="Text 53"/>
          <p:cNvSpPr/>
          <p:nvPr/>
        </p:nvSpPr>
        <p:spPr>
          <a:xfrm>
            <a:off x="2718511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58" name="Text 54"/>
          <p:cNvSpPr/>
          <p:nvPr/>
        </p:nvSpPr>
        <p:spPr>
          <a:xfrm>
            <a:off x="3193999" y="6099048"/>
            <a:ext cx="2612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상세한 이론과 다양한 삽화</a:t>
            </a:r>
            <a:endParaRPr lang="en-US" sz="1100" dirty="0"/>
          </a:p>
        </p:txBody>
      </p:sp>
      <p:sp>
        <p:nvSpPr>
          <p:cNvPr id="59" name="Text 55"/>
          <p:cNvSpPr/>
          <p:nvPr/>
        </p:nvSpPr>
        <p:spPr>
          <a:xfrm>
            <a:off x="3193999" y="6368796"/>
            <a:ext cx="2612441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기초부터 심화까지 체계적으로 서술하고, 그림·도표로 이해를 돕습니다.</a:t>
            </a:r>
            <a:endParaRPr lang="en-US" sz="800" dirty="0"/>
          </a:p>
        </p:txBody>
      </p:sp>
      <p:sp>
        <p:nvSpPr>
          <p:cNvPr id="60" name="Shape 56"/>
          <p:cNvSpPr/>
          <p:nvPr/>
        </p:nvSpPr>
        <p:spPr>
          <a:xfrm>
            <a:off x="6355080" y="1508760"/>
            <a:ext cx="594360" cy="59436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61" name="Text 57"/>
          <p:cNvSpPr/>
          <p:nvPr/>
        </p:nvSpPr>
        <p:spPr>
          <a:xfrm>
            <a:off x="635508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500" dirty="0"/>
          </a:p>
        </p:txBody>
      </p:sp>
      <p:sp>
        <p:nvSpPr>
          <p:cNvPr id="62" name="Text 58"/>
          <p:cNvSpPr/>
          <p:nvPr/>
        </p:nvSpPr>
        <p:spPr>
          <a:xfrm>
            <a:off x="7086600" y="149047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8개년 기출문제</a:t>
            </a:r>
            <a:endParaRPr lang="en-US" sz="2000" dirty="0"/>
          </a:p>
        </p:txBody>
      </p:sp>
      <p:sp>
        <p:nvSpPr>
          <p:cNvPr id="63" name="Shape 59"/>
          <p:cNvSpPr/>
          <p:nvPr/>
        </p:nvSpPr>
        <p:spPr>
          <a:xfrm>
            <a:off x="7086600" y="1920240"/>
            <a:ext cx="365760" cy="36576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64" name="Shape 60"/>
          <p:cNvSpPr/>
          <p:nvPr/>
        </p:nvSpPr>
        <p:spPr>
          <a:xfrm>
            <a:off x="6355080" y="2194560"/>
            <a:ext cx="2032711" cy="1783080"/>
          </a:xfrm>
          <a:prstGeom prst="rect">
            <a:avLst/>
          </a:prstGeom>
          <a:solidFill>
            <a:srgbClr val="FAFAFA"/>
          </a:solidFill>
          <a:ln w="15240">
            <a:solidFill>
              <a:srgbClr val="F8BBD0"/>
            </a:solidFill>
            <a:prstDash val="dash"/>
          </a:ln>
        </p:spPr>
      </p:sp>
      <p:pic>
        <p:nvPicPr>
          <p:cNvPr id="6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836" y="2720340"/>
            <a:ext cx="457200" cy="457200"/>
          </a:xfrm>
          <a:prstGeom prst="rect">
            <a:avLst/>
          </a:prstGeom>
        </p:spPr>
      </p:pic>
      <p:sp>
        <p:nvSpPr>
          <p:cNvPr id="66" name="Text 61"/>
          <p:cNvSpPr/>
          <p:nvPr/>
        </p:nvSpPr>
        <p:spPr>
          <a:xfrm>
            <a:off x="6355080" y="3268980"/>
            <a:ext cx="20327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 이미지</a:t>
            </a:r>
            <a:endParaRPr lang="en-US" sz="900" dirty="0"/>
          </a:p>
        </p:txBody>
      </p:sp>
      <p:sp>
        <p:nvSpPr>
          <p:cNvPr id="67" name="Text 62"/>
          <p:cNvSpPr/>
          <p:nvPr/>
        </p:nvSpPr>
        <p:spPr>
          <a:xfrm>
            <a:off x="6355080" y="3470148"/>
            <a:ext cx="20327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4C4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캡처 삽입</a:t>
            </a:r>
            <a:endParaRPr lang="en-US" sz="700" dirty="0"/>
          </a:p>
        </p:txBody>
      </p:sp>
      <p:sp>
        <p:nvSpPr>
          <p:cNvPr id="68" name="Shape 63"/>
          <p:cNvSpPr/>
          <p:nvPr/>
        </p:nvSpPr>
        <p:spPr>
          <a:xfrm>
            <a:off x="8332927" y="236829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69" name="Shape 64"/>
          <p:cNvSpPr/>
          <p:nvPr/>
        </p:nvSpPr>
        <p:spPr>
          <a:xfrm>
            <a:off x="8387791" y="242316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70" name="Shape 65"/>
          <p:cNvSpPr/>
          <p:nvPr/>
        </p:nvSpPr>
        <p:spPr>
          <a:xfrm>
            <a:off x="8616391" y="224028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71" name="Text 66"/>
          <p:cNvSpPr/>
          <p:nvPr/>
        </p:nvSpPr>
        <p:spPr>
          <a:xfrm>
            <a:off x="8616391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sp>
        <p:nvSpPr>
          <p:cNvPr id="72" name="Text 67"/>
          <p:cNvSpPr/>
          <p:nvPr/>
        </p:nvSpPr>
        <p:spPr>
          <a:xfrm>
            <a:off x="9091879" y="2212848"/>
            <a:ext cx="2612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CBT 기출 복원문제 수록</a:t>
            </a:r>
            <a:endParaRPr lang="en-US" sz="1100" dirty="0"/>
          </a:p>
        </p:txBody>
      </p:sp>
      <p:sp>
        <p:nvSpPr>
          <p:cNvPr id="73" name="Text 68"/>
          <p:cNvSpPr/>
          <p:nvPr/>
        </p:nvSpPr>
        <p:spPr>
          <a:xfrm>
            <a:off x="9091879" y="2477810"/>
            <a:ext cx="2612441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2019~2026년 2회까지, 빈출도(★) 표기로 우선순위 학습이 가능합니다.</a:t>
            </a:r>
            <a:endParaRPr lang="en-US" sz="800" dirty="0"/>
          </a:p>
        </p:txBody>
      </p:sp>
      <p:sp>
        <p:nvSpPr>
          <p:cNvPr id="74" name="Shape 69"/>
          <p:cNvSpPr/>
          <p:nvPr/>
        </p:nvSpPr>
        <p:spPr>
          <a:xfrm>
            <a:off x="8332927" y="296265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75" name="Shape 70"/>
          <p:cNvSpPr/>
          <p:nvPr/>
        </p:nvSpPr>
        <p:spPr>
          <a:xfrm>
            <a:off x="8387791" y="301752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76" name="Shape 71"/>
          <p:cNvSpPr/>
          <p:nvPr/>
        </p:nvSpPr>
        <p:spPr>
          <a:xfrm>
            <a:off x="8616391" y="283464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77" name="Text 72"/>
          <p:cNvSpPr/>
          <p:nvPr/>
        </p:nvSpPr>
        <p:spPr>
          <a:xfrm>
            <a:off x="8616391" y="2834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sp>
        <p:nvSpPr>
          <p:cNvPr id="78" name="Text 73"/>
          <p:cNvSpPr/>
          <p:nvPr/>
        </p:nvSpPr>
        <p:spPr>
          <a:xfrm>
            <a:off x="9091879" y="2807208"/>
            <a:ext cx="2612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해설 + 오답분석 + 독끝 </a:t>
            </a:r>
            <a:r>
              <a:rPr lang="ko-KR" alt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</a:t>
            </a: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Point</a:t>
            </a:r>
            <a:endParaRPr lang="en-US" sz="1100" dirty="0"/>
          </a:p>
        </p:txBody>
      </p:sp>
      <p:sp>
        <p:nvSpPr>
          <p:cNvPr id="79" name="Text 74"/>
          <p:cNvSpPr/>
          <p:nvPr/>
        </p:nvSpPr>
        <p:spPr>
          <a:xfrm>
            <a:off x="9091879" y="3048567"/>
            <a:ext cx="2612441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정답 풀이, 오답분석, 핵심 개념 정리까지 심화 학습을 지원합니다.</a:t>
            </a:r>
            <a:endParaRPr lang="en-US" sz="800" dirty="0"/>
          </a:p>
        </p:txBody>
      </p:sp>
      <p:sp>
        <p:nvSpPr>
          <p:cNvPr id="80" name="Shape 75"/>
          <p:cNvSpPr/>
          <p:nvPr/>
        </p:nvSpPr>
        <p:spPr>
          <a:xfrm>
            <a:off x="8332927" y="355701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81" name="Shape 76"/>
          <p:cNvSpPr/>
          <p:nvPr/>
        </p:nvSpPr>
        <p:spPr>
          <a:xfrm>
            <a:off x="8387791" y="361188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82" name="Shape 77"/>
          <p:cNvSpPr/>
          <p:nvPr/>
        </p:nvSpPr>
        <p:spPr>
          <a:xfrm>
            <a:off x="8616391" y="342900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83" name="Text 78"/>
          <p:cNvSpPr/>
          <p:nvPr/>
        </p:nvSpPr>
        <p:spPr>
          <a:xfrm>
            <a:off x="8616391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84" name="Text 79"/>
          <p:cNvSpPr/>
          <p:nvPr/>
        </p:nvSpPr>
        <p:spPr>
          <a:xfrm>
            <a:off x="9091879" y="3401568"/>
            <a:ext cx="2612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관련이론 연계 &amp; SELF Check List</a:t>
            </a:r>
            <a:endParaRPr lang="en-US" sz="1100" dirty="0"/>
          </a:p>
        </p:txBody>
      </p:sp>
      <p:sp>
        <p:nvSpPr>
          <p:cNvPr id="85" name="Text 80"/>
          <p:cNvSpPr/>
          <p:nvPr/>
        </p:nvSpPr>
        <p:spPr>
          <a:xfrm>
            <a:off x="9091879" y="3666744"/>
            <a:ext cx="2612441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이론·문제 연계 학습과 회차별 정답 수 기록으로 자가진단이 가능합니다.</a:t>
            </a:r>
            <a:endParaRPr lang="en-US" sz="800" dirty="0"/>
          </a:p>
        </p:txBody>
      </p:sp>
      <p:sp>
        <p:nvSpPr>
          <p:cNvPr id="86" name="Shape 81"/>
          <p:cNvSpPr/>
          <p:nvPr/>
        </p:nvSpPr>
        <p:spPr>
          <a:xfrm>
            <a:off x="6355080" y="4206240"/>
            <a:ext cx="594360" cy="59436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87" name="Text 82"/>
          <p:cNvSpPr/>
          <p:nvPr/>
        </p:nvSpPr>
        <p:spPr>
          <a:xfrm>
            <a:off x="6355080" y="42062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500" dirty="0"/>
          </a:p>
        </p:txBody>
      </p:sp>
      <p:sp>
        <p:nvSpPr>
          <p:cNvPr id="88" name="Text 83"/>
          <p:cNvSpPr/>
          <p:nvPr/>
        </p:nvSpPr>
        <p:spPr>
          <a:xfrm>
            <a:off x="7086600" y="4187952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다양한 부가학습자료</a:t>
            </a:r>
            <a:endParaRPr lang="en-US" sz="2000" dirty="0"/>
          </a:p>
        </p:txBody>
      </p:sp>
      <p:sp>
        <p:nvSpPr>
          <p:cNvPr id="89" name="Shape 84"/>
          <p:cNvSpPr/>
          <p:nvPr/>
        </p:nvSpPr>
        <p:spPr>
          <a:xfrm>
            <a:off x="7086600" y="4617720"/>
            <a:ext cx="365760" cy="36576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90" name="Shape 85"/>
          <p:cNvSpPr/>
          <p:nvPr/>
        </p:nvSpPr>
        <p:spPr>
          <a:xfrm>
            <a:off x="6355080" y="4892040"/>
            <a:ext cx="2032711" cy="1783080"/>
          </a:xfrm>
          <a:prstGeom prst="rect">
            <a:avLst/>
          </a:prstGeom>
          <a:solidFill>
            <a:srgbClr val="FAFAFA"/>
          </a:solidFill>
          <a:ln w="15240">
            <a:solidFill>
              <a:srgbClr val="F8BBD0"/>
            </a:solidFill>
            <a:prstDash val="dash"/>
          </a:ln>
        </p:spPr>
      </p:sp>
      <p:pic>
        <p:nvPicPr>
          <p:cNvPr id="9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2836" y="5417820"/>
            <a:ext cx="457200" cy="457200"/>
          </a:xfrm>
          <a:prstGeom prst="rect">
            <a:avLst/>
          </a:prstGeom>
        </p:spPr>
      </p:pic>
      <p:sp>
        <p:nvSpPr>
          <p:cNvPr id="92" name="Text 86"/>
          <p:cNvSpPr/>
          <p:nvPr/>
        </p:nvSpPr>
        <p:spPr>
          <a:xfrm>
            <a:off x="6355080" y="5966460"/>
            <a:ext cx="203271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88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교재 이미지</a:t>
            </a:r>
            <a:endParaRPr lang="en-US" sz="900" dirty="0"/>
          </a:p>
        </p:txBody>
      </p:sp>
      <p:sp>
        <p:nvSpPr>
          <p:cNvPr id="93" name="Text 87"/>
          <p:cNvSpPr/>
          <p:nvPr/>
        </p:nvSpPr>
        <p:spPr>
          <a:xfrm>
            <a:off x="6355080" y="6167628"/>
            <a:ext cx="2032711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i="1" dirty="0">
                <a:solidFill>
                  <a:srgbClr val="C4C4C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여기에 캡처 삽입</a:t>
            </a:r>
            <a:endParaRPr lang="en-US" sz="700" dirty="0"/>
          </a:p>
        </p:txBody>
      </p:sp>
      <p:sp>
        <p:nvSpPr>
          <p:cNvPr id="94" name="Shape 88"/>
          <p:cNvSpPr/>
          <p:nvPr/>
        </p:nvSpPr>
        <p:spPr>
          <a:xfrm>
            <a:off x="8332927" y="506577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95" name="Shape 89"/>
          <p:cNvSpPr/>
          <p:nvPr/>
        </p:nvSpPr>
        <p:spPr>
          <a:xfrm>
            <a:off x="8387791" y="512064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96" name="Shape 90"/>
          <p:cNvSpPr/>
          <p:nvPr/>
        </p:nvSpPr>
        <p:spPr>
          <a:xfrm>
            <a:off x="8616391" y="493776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97" name="Text 91"/>
          <p:cNvSpPr/>
          <p:nvPr/>
        </p:nvSpPr>
        <p:spPr>
          <a:xfrm>
            <a:off x="8616391" y="493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1300" dirty="0"/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C86FA01D-8ADC-8E0A-5AB2-997F2E319C72}"/>
              </a:ext>
            </a:extLst>
          </p:cNvPr>
          <p:cNvGrpSpPr/>
          <p:nvPr/>
        </p:nvGrpSpPr>
        <p:grpSpPr>
          <a:xfrm>
            <a:off x="9091879" y="5463540"/>
            <a:ext cx="2612441" cy="320040"/>
            <a:chOff x="9091879" y="4910328"/>
            <a:chExt cx="2612441" cy="320040"/>
          </a:xfrm>
        </p:grpSpPr>
        <p:sp>
          <p:nvSpPr>
            <p:cNvPr id="98" name="Text 92"/>
            <p:cNvSpPr/>
            <p:nvPr/>
          </p:nvSpPr>
          <p:spPr>
            <a:xfrm>
              <a:off x="9091879" y="4910328"/>
              <a:ext cx="261244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C2C2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핵심이론 요약집 PDF 제공</a:t>
              </a:r>
              <a:endParaRPr lang="en-US" sz="1100" dirty="0"/>
            </a:p>
          </p:txBody>
        </p:sp>
        <p:sp>
          <p:nvSpPr>
            <p:cNvPr id="99" name="Text 93"/>
            <p:cNvSpPr/>
            <p:nvPr/>
          </p:nvSpPr>
          <p:spPr>
            <a:xfrm>
              <a:off x="9091879" y="5175504"/>
              <a:ext cx="2612441" cy="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100"/>
                </a:spcAft>
                <a:buNone/>
              </a:pPr>
              <a:r>
                <a:rPr lang="en-US" sz="80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시험 막판, 짧은 시간에 전체 이론을 되짚어볼 수 있는 요약집을 제공합니다.</a:t>
              </a:r>
              <a:endParaRPr lang="en-US" sz="800" dirty="0"/>
            </a:p>
          </p:txBody>
        </p:sp>
      </p:grpSp>
      <p:sp>
        <p:nvSpPr>
          <p:cNvPr id="100" name="Shape 94"/>
          <p:cNvSpPr/>
          <p:nvPr/>
        </p:nvSpPr>
        <p:spPr>
          <a:xfrm>
            <a:off x="8332927" y="566013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01" name="Shape 95"/>
          <p:cNvSpPr/>
          <p:nvPr/>
        </p:nvSpPr>
        <p:spPr>
          <a:xfrm>
            <a:off x="8387791" y="571500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102" name="Shape 96"/>
          <p:cNvSpPr/>
          <p:nvPr/>
        </p:nvSpPr>
        <p:spPr>
          <a:xfrm>
            <a:off x="8616391" y="553212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103" name="Text 97"/>
          <p:cNvSpPr/>
          <p:nvPr/>
        </p:nvSpPr>
        <p:spPr>
          <a:xfrm>
            <a:off x="8616391" y="5532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1300" dirty="0"/>
          </a:p>
        </p:txBody>
      </p: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7BA10B67-4C33-4E77-680C-84E23D4D1886}"/>
              </a:ext>
            </a:extLst>
          </p:cNvPr>
          <p:cNvGrpSpPr/>
          <p:nvPr/>
        </p:nvGrpSpPr>
        <p:grpSpPr>
          <a:xfrm>
            <a:off x="9091878" y="4855464"/>
            <a:ext cx="2612441" cy="320040"/>
            <a:chOff x="9091879" y="5504688"/>
            <a:chExt cx="2612441" cy="320040"/>
          </a:xfrm>
        </p:grpSpPr>
        <p:sp>
          <p:nvSpPr>
            <p:cNvPr id="104" name="Text 98"/>
            <p:cNvSpPr/>
            <p:nvPr/>
          </p:nvSpPr>
          <p:spPr>
            <a:xfrm>
              <a:off x="9091879" y="5504688"/>
              <a:ext cx="2612441" cy="320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2C2C2C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기출문제 전문항 풀이영상 제공</a:t>
              </a:r>
              <a:endParaRPr lang="en-US" sz="1100" dirty="0"/>
            </a:p>
          </p:txBody>
        </p:sp>
        <p:sp>
          <p:nvSpPr>
            <p:cNvPr id="105" name="Text 99"/>
            <p:cNvSpPr/>
            <p:nvPr/>
          </p:nvSpPr>
          <p:spPr>
            <a:xfrm>
              <a:off x="9091879" y="5744133"/>
              <a:ext cx="2612441" cy="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marL="0" indent="0" algn="l">
                <a:spcAft>
                  <a:spcPts val="100"/>
                </a:spcAft>
                <a:buNone/>
              </a:pPr>
              <a:r>
                <a:rPr lang="en-US" sz="800" dirty="0">
                  <a:solidFill>
                    <a:srgbClr val="555555"/>
                  </a:solidFill>
                  <a:latin typeface="Malgun Gothic" pitchFamily="34" charset="0"/>
                  <a:ea typeface="Malgun Gothic" pitchFamily="34" charset="-122"/>
                  <a:cs typeface="Malgun Gothic" pitchFamily="34" charset="-120"/>
                </a:rPr>
                <a:t>전 문항 풀이영상으로 이해하기 어려운 문제도 명쾌하게 학습할 수 있습니다.</a:t>
              </a:r>
              <a:endParaRPr lang="en-US" sz="800" dirty="0"/>
            </a:p>
          </p:txBody>
        </p:sp>
      </p:grpSp>
      <p:sp>
        <p:nvSpPr>
          <p:cNvPr id="106" name="Shape 100"/>
          <p:cNvSpPr/>
          <p:nvPr/>
        </p:nvSpPr>
        <p:spPr>
          <a:xfrm>
            <a:off x="8332927" y="6254496"/>
            <a:ext cx="109728" cy="109728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07" name="Shape 101"/>
          <p:cNvSpPr/>
          <p:nvPr/>
        </p:nvSpPr>
        <p:spPr>
          <a:xfrm>
            <a:off x="8387791" y="6309360"/>
            <a:ext cx="228600" cy="0"/>
          </a:xfrm>
          <a:prstGeom prst="line">
            <a:avLst/>
          </a:prstGeom>
          <a:noFill/>
          <a:ln w="16510">
            <a:solidFill>
              <a:srgbClr val="EC3B83"/>
            </a:solidFill>
            <a:prstDash val="solid"/>
          </a:ln>
        </p:spPr>
      </p:sp>
      <p:sp>
        <p:nvSpPr>
          <p:cNvPr id="108" name="Shape 102"/>
          <p:cNvSpPr/>
          <p:nvPr/>
        </p:nvSpPr>
        <p:spPr>
          <a:xfrm>
            <a:off x="8616391" y="6126480"/>
            <a:ext cx="365760" cy="36576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109" name="Text 103"/>
          <p:cNvSpPr/>
          <p:nvPr/>
        </p:nvSpPr>
        <p:spPr>
          <a:xfrm>
            <a:off x="8616391" y="6126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1300" dirty="0"/>
          </a:p>
        </p:txBody>
      </p:sp>
      <p:sp>
        <p:nvSpPr>
          <p:cNvPr id="110" name="Text 104"/>
          <p:cNvSpPr/>
          <p:nvPr/>
        </p:nvSpPr>
        <p:spPr>
          <a:xfrm>
            <a:off x="9091879" y="6099048"/>
            <a:ext cx="2612441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모의고사로 최종 점검</a:t>
            </a:r>
            <a:endParaRPr lang="en-US" sz="1100" dirty="0"/>
          </a:p>
        </p:txBody>
      </p:sp>
      <p:sp>
        <p:nvSpPr>
          <p:cNvPr id="111" name="Text 105"/>
          <p:cNvSpPr/>
          <p:nvPr/>
        </p:nvSpPr>
        <p:spPr>
          <a:xfrm>
            <a:off x="9091879" y="6364224"/>
            <a:ext cx="2612441" cy="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00"/>
              </a:spcAft>
              <a:buNone/>
            </a:pPr>
            <a:r>
              <a:rPr lang="en-US" sz="8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시험과 동일한 환경의 CBT 모의고사로 최종 점검이 가능합니다.</a:t>
            </a:r>
            <a:endParaRPr lang="en-US" sz="800" dirty="0"/>
          </a:p>
        </p:txBody>
      </p:sp>
      <p:sp>
        <p:nvSpPr>
          <p:cNvPr id="112" name="Shape 106"/>
          <p:cNvSpPr/>
          <p:nvPr/>
        </p:nvSpPr>
        <p:spPr>
          <a:xfrm>
            <a:off x="6080760" y="1508760"/>
            <a:ext cx="0" cy="5166360"/>
          </a:xfrm>
          <a:prstGeom prst="line">
            <a:avLst/>
          </a:prstGeom>
          <a:noFill/>
          <a:ln w="12700">
            <a:solidFill>
              <a:srgbClr val="F8BBD0"/>
            </a:solidFill>
            <a:prstDash val="dash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19456"/>
            <a:ext cx="487375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67" b="1">
                <a:solidFill>
                  <a:srgbClr val="EC3B83"/>
                </a:solidFill>
                <a:latin typeface="Arial"/>
              </a:rPr>
              <a:t>STUDY PLANNER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411480"/>
            <a:ext cx="3044952" cy="548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933" b="1">
                <a:solidFill>
                  <a:srgbClr val="2C2C2C"/>
                </a:solidFill>
                <a:latin typeface="Malgun Gothic"/>
              </a:rPr>
              <a:t>학습 플래너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377440" y="502920"/>
            <a:ext cx="27432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467" b="0" dirty="0" err="1">
                <a:solidFill>
                  <a:srgbClr val="555555"/>
                </a:solidFill>
                <a:latin typeface="Malgun Gothic"/>
              </a:rPr>
              <a:t>나에게</a:t>
            </a:r>
            <a:r>
              <a:rPr sz="1467" b="0" dirty="0">
                <a:solidFill>
                  <a:srgbClr val="555555"/>
                </a:solidFill>
                <a:latin typeface="Malgun Gothic"/>
              </a:rPr>
              <a:t> </a:t>
            </a:r>
            <a:r>
              <a:rPr sz="1467" b="0" dirty="0" err="1">
                <a:solidFill>
                  <a:srgbClr val="555555"/>
                </a:solidFill>
                <a:latin typeface="Malgun Gothic"/>
              </a:rPr>
              <a:t>맞는</a:t>
            </a:r>
            <a:r>
              <a:rPr sz="1467" b="0" dirty="0">
                <a:solidFill>
                  <a:srgbClr val="555555"/>
                </a:solidFill>
                <a:latin typeface="Malgun Gothic"/>
              </a:rPr>
              <a:t> </a:t>
            </a:r>
            <a:r>
              <a:rPr sz="1467" b="0" dirty="0" err="1">
                <a:solidFill>
                  <a:srgbClr val="555555"/>
                </a:solidFill>
                <a:latin typeface="Malgun Gothic"/>
              </a:rPr>
              <a:t>학습</a:t>
            </a:r>
            <a:r>
              <a:rPr sz="1467" b="0" dirty="0">
                <a:solidFill>
                  <a:srgbClr val="555555"/>
                </a:solidFill>
                <a:latin typeface="Malgun Gothic"/>
              </a:rPr>
              <a:t> </a:t>
            </a:r>
            <a:r>
              <a:rPr sz="1467" b="0" dirty="0" err="1">
                <a:solidFill>
                  <a:srgbClr val="555555"/>
                </a:solidFill>
                <a:latin typeface="Malgun Gothic"/>
              </a:rPr>
              <a:t>기간을</a:t>
            </a:r>
            <a:r>
              <a:rPr sz="1467" b="0" dirty="0">
                <a:solidFill>
                  <a:srgbClr val="555555"/>
                </a:solidFill>
                <a:latin typeface="Malgun Gothic"/>
              </a:rPr>
              <a:t> </a:t>
            </a:r>
            <a:r>
              <a:rPr sz="1467" b="0" dirty="0" err="1">
                <a:solidFill>
                  <a:srgbClr val="555555"/>
                </a:solidFill>
                <a:latin typeface="Malgun Gothic"/>
              </a:rPr>
              <a:t>선택하세요</a:t>
            </a:r>
            <a:endParaRPr sz="1467" b="0" dirty="0">
              <a:solidFill>
                <a:srgbClr val="555555"/>
              </a:solidFill>
              <a:latin typeface="Malgun Gothi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326880" y="219456"/>
            <a:ext cx="2679192" cy="24688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67" b="1">
                <a:solidFill>
                  <a:srgbClr val="EC3B83"/>
                </a:solidFill>
                <a:latin typeface="Arial"/>
              </a:rPr>
              <a:t>PASS FORMULA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0" y="502920"/>
            <a:ext cx="2679192" cy="29260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133" b="0">
                <a:solidFill>
                  <a:srgbClr val="2C2C2C"/>
                </a:solidFill>
                <a:latin typeface="Malgun Gothic"/>
              </a:rPr>
              <a:t>독 끝  자 격 증 · 전 기 기 능 사  필 기</a:t>
            </a:r>
          </a:p>
        </p:txBody>
      </p:sp>
      <p:sp>
        <p:nvSpPr>
          <p:cNvPr id="7" name="Rectangle 6"/>
          <p:cNvSpPr/>
          <p:nvPr/>
        </p:nvSpPr>
        <p:spPr>
          <a:xfrm>
            <a:off x="7178040" y="1005840"/>
            <a:ext cx="118872" cy="11887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33488" y="98755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Malgun Gothic"/>
              </a:rPr>
              <a:t>학습일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0" y="1005840"/>
            <a:ext cx="118872" cy="118872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750808" y="98755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Malgun Gothic"/>
              </a:rPr>
              <a:t>복습·정리일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012680" y="1005840"/>
            <a:ext cx="118872" cy="118872"/>
          </a:xfrm>
          <a:prstGeom prst="rect">
            <a:avLst/>
          </a:prstGeom>
          <a:solidFill>
            <a:srgbClr val="F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168128" y="98755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Malgun Gothic"/>
              </a:rPr>
              <a:t>모의고사·점검일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777240"/>
            <a:ext cx="4572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50" b="0">
                <a:solidFill>
                  <a:srgbClr val="555555"/>
                </a:solidFill>
                <a:latin typeface="Malgun Gothic"/>
              </a:rPr>
              <a:t>[A] 기초수학   [B] 핵심이론(전기이론·전기기기·전기설비)   [C] 8개년 기출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280160"/>
            <a:ext cx="5550408" cy="341345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3600" y="1341424"/>
            <a:ext cx="707105" cy="219456"/>
          </a:xfrm>
          <a:prstGeom prst="rect">
            <a:avLst/>
          </a:prstGeom>
          <a:solidFill>
            <a:srgbClr val="EC3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3600" y="1341424"/>
            <a:ext cx="707105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33" b="1">
                <a:solidFill>
                  <a:srgbClr val="FFFFFF"/>
                </a:solidFill>
                <a:latin typeface="Arial"/>
              </a:rPr>
              <a:t>TYPE 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0840" y="1341424"/>
            <a:ext cx="344088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단기완성형 · 14일 완성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13414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>
                <a:solidFill>
                  <a:srgbClr val="F8BBD0"/>
                </a:solidFill>
                <a:latin typeface="Arial"/>
              </a:rPr>
              <a:t>14행 × 1구간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1621505"/>
            <a:ext cx="5550408" cy="170718"/>
          </a:xfrm>
          <a:prstGeom prst="rect">
            <a:avLst/>
          </a:prstGeom>
          <a:solidFill>
            <a:srgbClr val="F2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365760" y="1621505"/>
            <a:ext cx="317022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Arial"/>
              </a:rPr>
              <a:t>Day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9358" y="1621505"/>
            <a:ext cx="4977354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7" b="1">
                <a:solidFill>
                  <a:srgbClr val="555555"/>
                </a:solidFill>
                <a:latin typeface="Malgun Gothic"/>
              </a:rPr>
              <a:t>학습과목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96712" y="1621505"/>
            <a:ext cx="219456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Malgun Gothic"/>
              </a:rPr>
              <a:t>체크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792223"/>
            <a:ext cx="5550408" cy="1701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365760" y="179222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65760" y="179222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9358" y="1792223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[B] 전기이론 핵심정리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80726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65760" y="191374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5760" y="191374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9358" y="1913746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[B] 전기기기 핵심정리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192878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" name="Connector 31"/>
          <p:cNvCxnSpPr/>
          <p:nvPr/>
        </p:nvCxnSpPr>
        <p:spPr>
          <a:xfrm>
            <a:off x="682782" y="1913746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365760" y="203526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65760" y="203526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9358" y="2035269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[B] 전기설비 핵심정리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205031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" name="Connector 36"/>
          <p:cNvCxnSpPr/>
          <p:nvPr/>
        </p:nvCxnSpPr>
        <p:spPr>
          <a:xfrm>
            <a:off x="682782" y="2035269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365760" y="215679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365760" y="215679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9358" y="2156792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2026 + 2025 1~2회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217183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" name="Connector 41"/>
          <p:cNvCxnSpPr/>
          <p:nvPr/>
        </p:nvCxnSpPr>
        <p:spPr>
          <a:xfrm>
            <a:off x="682782" y="2156792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65760" y="227831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65760" y="227831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9358" y="2278315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2025 3~4회 + 2024 1~2회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760720" y="229335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" name="Connector 46"/>
          <p:cNvCxnSpPr/>
          <p:nvPr/>
        </p:nvCxnSpPr>
        <p:spPr>
          <a:xfrm>
            <a:off x="682782" y="2278315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65760" y="239983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65760" y="239983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9358" y="2399838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2024 3~4회 + 2023 1~2회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241487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" name="Connector 51"/>
          <p:cNvCxnSpPr/>
          <p:nvPr/>
        </p:nvCxnSpPr>
        <p:spPr>
          <a:xfrm>
            <a:off x="682782" y="2399838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65760" y="2521361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65760" y="252136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9358" y="2521361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2023 3~4회 + 2022 전회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760720" y="253640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7" name="Connector 56"/>
          <p:cNvCxnSpPr/>
          <p:nvPr/>
        </p:nvCxnSpPr>
        <p:spPr>
          <a:xfrm>
            <a:off x="682782" y="2521361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365760" y="2642884"/>
            <a:ext cx="5550408" cy="121523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365760" y="2642884"/>
            <a:ext cx="317022" cy="121523"/>
          </a:xfrm>
          <a:prstGeom prst="rect">
            <a:avLst/>
          </a:prstGeom>
          <a:solidFill>
            <a:srgbClr val="F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65760" y="264288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9358" y="2642884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1">
                <a:solidFill>
                  <a:srgbClr val="2C2C2C"/>
                </a:solidFill>
                <a:latin typeface="Malgun Gothic"/>
              </a:rPr>
              <a:t>[C] 1회독 오답 정리</a:t>
            </a:r>
          </a:p>
        </p:txBody>
      </p:sp>
      <p:sp>
        <p:nvSpPr>
          <p:cNvPr id="62" name="Rectangle 61"/>
          <p:cNvSpPr/>
          <p:nvPr/>
        </p:nvSpPr>
        <p:spPr>
          <a:xfrm>
            <a:off x="5760720" y="265792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" name="Connector 62"/>
          <p:cNvCxnSpPr/>
          <p:nvPr/>
        </p:nvCxnSpPr>
        <p:spPr>
          <a:xfrm>
            <a:off x="682782" y="2642884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Rectangle 63"/>
          <p:cNvSpPr/>
          <p:nvPr/>
        </p:nvSpPr>
        <p:spPr>
          <a:xfrm>
            <a:off x="365760" y="276440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365760" y="276440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19358" y="2764407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2021 + 2020 전회</a:t>
            </a:r>
          </a:p>
        </p:txBody>
      </p:sp>
      <p:sp>
        <p:nvSpPr>
          <p:cNvPr id="67" name="Rectangle 66"/>
          <p:cNvSpPr/>
          <p:nvPr/>
        </p:nvSpPr>
        <p:spPr>
          <a:xfrm>
            <a:off x="5760720" y="277944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" name="Connector 67"/>
          <p:cNvCxnSpPr/>
          <p:nvPr/>
        </p:nvCxnSpPr>
        <p:spPr>
          <a:xfrm>
            <a:off x="682782" y="2764407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" name="Rectangle 68"/>
          <p:cNvSpPr/>
          <p:nvPr/>
        </p:nvSpPr>
        <p:spPr>
          <a:xfrm>
            <a:off x="365760" y="288593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365760" y="288593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10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719358" y="2885930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2019 전회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760720" y="290097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3" name="Connector 72"/>
          <p:cNvCxnSpPr/>
          <p:nvPr/>
        </p:nvCxnSpPr>
        <p:spPr>
          <a:xfrm>
            <a:off x="682782" y="2885930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ectangle 73"/>
          <p:cNvSpPr/>
          <p:nvPr/>
        </p:nvSpPr>
        <p:spPr>
          <a:xfrm>
            <a:off x="365760" y="300745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365760" y="300745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9358" y="3007453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2회독 - 2026~2024 핵심회차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760720" y="302249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8" name="Connector 77"/>
          <p:cNvCxnSpPr/>
          <p:nvPr/>
        </p:nvCxnSpPr>
        <p:spPr>
          <a:xfrm>
            <a:off x="682782" y="3007453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Rectangle 78"/>
          <p:cNvSpPr/>
          <p:nvPr/>
        </p:nvSpPr>
        <p:spPr>
          <a:xfrm>
            <a:off x="365760" y="312897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TextBox 79"/>
          <p:cNvSpPr txBox="1"/>
          <p:nvPr/>
        </p:nvSpPr>
        <p:spPr>
          <a:xfrm>
            <a:off x="365760" y="312897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12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719358" y="3128976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2회독 - 2023~2019 핵심회차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760720" y="314401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3" name="Connector 82"/>
          <p:cNvCxnSpPr/>
          <p:nvPr/>
        </p:nvCxnSpPr>
        <p:spPr>
          <a:xfrm>
            <a:off x="682782" y="3128976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65760" y="3250499"/>
            <a:ext cx="5550408" cy="121523"/>
          </a:xfrm>
          <a:prstGeom prst="rect">
            <a:avLst/>
          </a:prstGeom>
          <a:solidFill>
            <a:srgbClr val="F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365760" y="3250499"/>
            <a:ext cx="317022" cy="121523"/>
          </a:xfrm>
          <a:prstGeom prst="rect">
            <a:avLst/>
          </a:prstGeom>
          <a:solidFill>
            <a:srgbClr val="EC3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TextBox 85"/>
          <p:cNvSpPr txBox="1"/>
          <p:nvPr/>
        </p:nvSpPr>
        <p:spPr>
          <a:xfrm>
            <a:off x="365760" y="325049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13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19358" y="3250499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1">
                <a:solidFill>
                  <a:srgbClr val="2C2C2C"/>
                </a:solidFill>
                <a:latin typeface="Malgun Gothic"/>
              </a:rPr>
              <a:t>[C] CBT 모의 1~3회</a:t>
            </a:r>
          </a:p>
        </p:txBody>
      </p:sp>
      <p:sp>
        <p:nvSpPr>
          <p:cNvPr id="88" name="Rectangle 87"/>
          <p:cNvSpPr/>
          <p:nvPr/>
        </p:nvSpPr>
        <p:spPr>
          <a:xfrm>
            <a:off x="5760720" y="326554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89" name="Connector 88"/>
          <p:cNvCxnSpPr/>
          <p:nvPr/>
        </p:nvCxnSpPr>
        <p:spPr>
          <a:xfrm>
            <a:off x="682782" y="3250499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365760" y="3372022"/>
            <a:ext cx="5550408" cy="121523"/>
          </a:xfrm>
          <a:prstGeom prst="rect">
            <a:avLst/>
          </a:prstGeom>
          <a:solidFill>
            <a:srgbClr val="F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365760" y="3372022"/>
            <a:ext cx="317022" cy="121523"/>
          </a:xfrm>
          <a:prstGeom prst="rect">
            <a:avLst/>
          </a:prstGeom>
          <a:solidFill>
            <a:srgbClr val="EC3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/>
          <p:cNvSpPr txBox="1"/>
          <p:nvPr/>
        </p:nvSpPr>
        <p:spPr>
          <a:xfrm>
            <a:off x="365760" y="337202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14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719358" y="3372022"/>
            <a:ext cx="4977354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1">
                <a:solidFill>
                  <a:srgbClr val="2C2C2C"/>
                </a:solidFill>
                <a:latin typeface="Malgun Gothic"/>
              </a:rPr>
              <a:t>[C] CBT 모의 4~5회·최종 점검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760720" y="338706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5" name="Connector 94"/>
          <p:cNvCxnSpPr/>
          <p:nvPr/>
        </p:nvCxnSpPr>
        <p:spPr>
          <a:xfrm>
            <a:off x="682782" y="3372022"/>
            <a:ext cx="5233386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365760" y="3840480"/>
            <a:ext cx="5541264" cy="341345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463600" y="3901744"/>
            <a:ext cx="707105" cy="219456"/>
          </a:xfrm>
          <a:prstGeom prst="rect">
            <a:avLst/>
          </a:prstGeom>
          <a:solidFill>
            <a:srgbClr val="EC3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TextBox 97"/>
          <p:cNvSpPr txBox="1"/>
          <p:nvPr/>
        </p:nvSpPr>
        <p:spPr>
          <a:xfrm>
            <a:off x="463600" y="3901744"/>
            <a:ext cx="707105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33" b="1">
                <a:solidFill>
                  <a:srgbClr val="FFFFFF"/>
                </a:solidFill>
                <a:latin typeface="Arial"/>
              </a:rPr>
              <a:t>TYPE 02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240840" y="3901744"/>
            <a:ext cx="3431744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표준형 · 28일 완성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4626864" y="390174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>
                <a:solidFill>
                  <a:srgbClr val="F8BBD0"/>
                </a:solidFill>
                <a:latin typeface="Arial"/>
              </a:rPr>
              <a:t>14행 × 2구간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365760" y="4181825"/>
            <a:ext cx="2770632" cy="170718"/>
          </a:xfrm>
          <a:prstGeom prst="rect">
            <a:avLst/>
          </a:prstGeom>
          <a:solidFill>
            <a:srgbClr val="F2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365760" y="4181825"/>
            <a:ext cx="317022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Arial"/>
              </a:rPr>
              <a:t>Day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19358" y="4181825"/>
            <a:ext cx="2197578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7" b="1">
                <a:solidFill>
                  <a:srgbClr val="555555"/>
                </a:solidFill>
                <a:latin typeface="Malgun Gothic"/>
              </a:rPr>
              <a:t>학습과목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916936" y="4181825"/>
            <a:ext cx="219456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Malgun Gothic"/>
              </a:rPr>
              <a:t>체크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65760" y="4352543"/>
            <a:ext cx="2770632" cy="1701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365760" y="435254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/>
          <p:cNvSpPr txBox="1"/>
          <p:nvPr/>
        </p:nvSpPr>
        <p:spPr>
          <a:xfrm>
            <a:off x="365760" y="435254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19358" y="4352543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[A] 기초수학 Ch.01~03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2980944" y="436758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365760" y="447406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365760" y="447406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19358" y="4474066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[B] 전기이론 Ch.01~02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2980944" y="448910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4" name="Connector 113"/>
          <p:cNvCxnSpPr/>
          <p:nvPr/>
        </p:nvCxnSpPr>
        <p:spPr>
          <a:xfrm>
            <a:off x="682782" y="4474066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Rectangle 114"/>
          <p:cNvSpPr/>
          <p:nvPr/>
        </p:nvSpPr>
        <p:spPr>
          <a:xfrm>
            <a:off x="365760" y="459558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365760" y="459558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719358" y="4595589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[B] 전기이론 Ch.03~05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980944" y="461063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19" name="Connector 118"/>
          <p:cNvCxnSpPr/>
          <p:nvPr/>
        </p:nvCxnSpPr>
        <p:spPr>
          <a:xfrm>
            <a:off x="682782" y="4595589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365760" y="471711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365760" y="471711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719358" y="4717112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[B] 전기이론 Ch.06~09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980944" y="473215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4" name="Connector 123"/>
          <p:cNvCxnSpPr/>
          <p:nvPr/>
        </p:nvCxnSpPr>
        <p:spPr>
          <a:xfrm>
            <a:off x="682782" y="4717112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365760" y="483863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TextBox 125"/>
          <p:cNvSpPr txBox="1"/>
          <p:nvPr/>
        </p:nvSpPr>
        <p:spPr>
          <a:xfrm>
            <a:off x="365760" y="483863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719358" y="4838635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[B] 전기기기 Ch.01~03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980944" y="485367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29" name="Connector 128"/>
          <p:cNvCxnSpPr/>
          <p:nvPr/>
        </p:nvCxnSpPr>
        <p:spPr>
          <a:xfrm>
            <a:off x="682782" y="4838635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Rectangle 129"/>
          <p:cNvSpPr/>
          <p:nvPr/>
        </p:nvSpPr>
        <p:spPr>
          <a:xfrm>
            <a:off x="365760" y="496015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TextBox 130"/>
          <p:cNvSpPr txBox="1"/>
          <p:nvPr/>
        </p:nvSpPr>
        <p:spPr>
          <a:xfrm>
            <a:off x="365760" y="496015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9358" y="4960158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[B] 전기기기 Ch.04~05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2980944" y="497519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4" name="Connector 133"/>
          <p:cNvCxnSpPr/>
          <p:nvPr/>
        </p:nvCxnSpPr>
        <p:spPr>
          <a:xfrm>
            <a:off x="682782" y="4960158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5" name="Rectangle 134"/>
          <p:cNvSpPr/>
          <p:nvPr/>
        </p:nvSpPr>
        <p:spPr>
          <a:xfrm>
            <a:off x="365760" y="5081681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TextBox 135"/>
          <p:cNvSpPr txBox="1"/>
          <p:nvPr/>
        </p:nvSpPr>
        <p:spPr>
          <a:xfrm>
            <a:off x="365760" y="508168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719358" y="5081681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[B] 전기설비 Ch.01~04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980944" y="509672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39" name="Connector 138"/>
          <p:cNvCxnSpPr/>
          <p:nvPr/>
        </p:nvCxnSpPr>
        <p:spPr>
          <a:xfrm>
            <a:off x="682782" y="5081681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Rectangle 139"/>
          <p:cNvSpPr/>
          <p:nvPr/>
        </p:nvSpPr>
        <p:spPr>
          <a:xfrm>
            <a:off x="365760" y="5203204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TextBox 140"/>
          <p:cNvSpPr txBox="1"/>
          <p:nvPr/>
        </p:nvSpPr>
        <p:spPr>
          <a:xfrm>
            <a:off x="365760" y="520320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19358" y="5203204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[B] 전기설비 Ch.05~08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2980944" y="521824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4" name="Connector 143"/>
          <p:cNvCxnSpPr/>
          <p:nvPr/>
        </p:nvCxnSpPr>
        <p:spPr>
          <a:xfrm>
            <a:off x="682782" y="5203204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5" name="Rectangle 144"/>
          <p:cNvSpPr/>
          <p:nvPr/>
        </p:nvSpPr>
        <p:spPr>
          <a:xfrm>
            <a:off x="365760" y="532472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TextBox 145"/>
          <p:cNvSpPr txBox="1"/>
          <p:nvPr/>
        </p:nvSpPr>
        <p:spPr>
          <a:xfrm>
            <a:off x="365760" y="532472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9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719358" y="5324727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2026 + 2025 1~2회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980944" y="533976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49" name="Connector 148"/>
          <p:cNvCxnSpPr/>
          <p:nvPr/>
        </p:nvCxnSpPr>
        <p:spPr>
          <a:xfrm>
            <a:off x="682782" y="5324727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365760" y="544625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TextBox 150"/>
          <p:cNvSpPr txBox="1"/>
          <p:nvPr/>
        </p:nvSpPr>
        <p:spPr>
          <a:xfrm>
            <a:off x="365760" y="544625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719358" y="5446250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2025 3~4회 + 2024 1회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2980944" y="546129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4" name="Connector 153"/>
          <p:cNvCxnSpPr/>
          <p:nvPr/>
        </p:nvCxnSpPr>
        <p:spPr>
          <a:xfrm>
            <a:off x="682782" y="5446250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5" name="Rectangle 154"/>
          <p:cNvSpPr/>
          <p:nvPr/>
        </p:nvSpPr>
        <p:spPr>
          <a:xfrm>
            <a:off x="365760" y="556777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TextBox 155"/>
          <p:cNvSpPr txBox="1"/>
          <p:nvPr/>
        </p:nvSpPr>
        <p:spPr>
          <a:xfrm>
            <a:off x="365760" y="556777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11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719358" y="5567773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2024 2~4회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2980944" y="558281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59" name="Connector 158"/>
          <p:cNvCxnSpPr/>
          <p:nvPr/>
        </p:nvCxnSpPr>
        <p:spPr>
          <a:xfrm>
            <a:off x="682782" y="5567773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Rectangle 159"/>
          <p:cNvSpPr/>
          <p:nvPr/>
        </p:nvSpPr>
        <p:spPr>
          <a:xfrm>
            <a:off x="365760" y="568929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TextBox 160"/>
          <p:cNvSpPr txBox="1"/>
          <p:nvPr/>
        </p:nvSpPr>
        <p:spPr>
          <a:xfrm>
            <a:off x="365760" y="568929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12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19358" y="5689296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2023 전회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2980944" y="570433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4" name="Connector 163"/>
          <p:cNvCxnSpPr/>
          <p:nvPr/>
        </p:nvCxnSpPr>
        <p:spPr>
          <a:xfrm>
            <a:off x="682782" y="5689296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5" name="Rectangle 164"/>
          <p:cNvSpPr/>
          <p:nvPr/>
        </p:nvSpPr>
        <p:spPr>
          <a:xfrm>
            <a:off x="365760" y="581081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TextBox 165"/>
          <p:cNvSpPr txBox="1"/>
          <p:nvPr/>
        </p:nvSpPr>
        <p:spPr>
          <a:xfrm>
            <a:off x="365760" y="581081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13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719358" y="5810819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2022 + 2021 전회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2980944" y="582586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69" name="Connector 168"/>
          <p:cNvCxnSpPr/>
          <p:nvPr/>
        </p:nvCxnSpPr>
        <p:spPr>
          <a:xfrm>
            <a:off x="682782" y="5810819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0" name="Rectangle 169"/>
          <p:cNvSpPr/>
          <p:nvPr/>
        </p:nvSpPr>
        <p:spPr>
          <a:xfrm>
            <a:off x="365760" y="593234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TextBox 170"/>
          <p:cNvSpPr txBox="1"/>
          <p:nvPr/>
        </p:nvSpPr>
        <p:spPr>
          <a:xfrm>
            <a:off x="365760" y="593234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14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719358" y="5932342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기출 2020 + 2019 전회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2980944" y="594738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74" name="Connector 173"/>
          <p:cNvCxnSpPr/>
          <p:nvPr/>
        </p:nvCxnSpPr>
        <p:spPr>
          <a:xfrm>
            <a:off x="682782" y="5932342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5" name="Rectangle 174"/>
          <p:cNvSpPr/>
          <p:nvPr/>
        </p:nvSpPr>
        <p:spPr>
          <a:xfrm>
            <a:off x="3136392" y="4181825"/>
            <a:ext cx="2770632" cy="170718"/>
          </a:xfrm>
          <a:prstGeom prst="rect">
            <a:avLst/>
          </a:prstGeom>
          <a:solidFill>
            <a:srgbClr val="F2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TextBox 175"/>
          <p:cNvSpPr txBox="1"/>
          <p:nvPr/>
        </p:nvSpPr>
        <p:spPr>
          <a:xfrm>
            <a:off x="3136392" y="4181825"/>
            <a:ext cx="317022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Arial"/>
              </a:rPr>
              <a:t>Day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3489990" y="4181825"/>
            <a:ext cx="2197578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7" b="1">
                <a:solidFill>
                  <a:srgbClr val="555555"/>
                </a:solidFill>
                <a:latin typeface="Malgun Gothic"/>
              </a:rPr>
              <a:t>학습과목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5687568" y="4181825"/>
            <a:ext cx="219456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Malgun Gothic"/>
              </a:rPr>
              <a:t>체크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3136392" y="4352543"/>
            <a:ext cx="2770632" cy="170132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3136392" y="4352543"/>
            <a:ext cx="2770632" cy="121523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3136392" y="4352543"/>
            <a:ext cx="317022" cy="121523"/>
          </a:xfrm>
          <a:prstGeom prst="rect">
            <a:avLst/>
          </a:prstGeom>
          <a:solidFill>
            <a:srgbClr val="F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TextBox 181"/>
          <p:cNvSpPr txBox="1"/>
          <p:nvPr/>
        </p:nvSpPr>
        <p:spPr>
          <a:xfrm>
            <a:off x="3136392" y="435254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15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3489990" y="4352543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1">
                <a:solidFill>
                  <a:srgbClr val="2C2C2C"/>
                </a:solidFill>
                <a:latin typeface="Malgun Gothic"/>
              </a:rPr>
              <a:t>[C] 1회독 오답 정리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5751576" y="436758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3136392" y="447406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TextBox 185"/>
          <p:cNvSpPr txBox="1"/>
          <p:nvPr/>
        </p:nvSpPr>
        <p:spPr>
          <a:xfrm>
            <a:off x="3136392" y="447406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16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489990" y="4474066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2회독 - 2026 + 2025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5751576" y="448910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89" name="Connector 188"/>
          <p:cNvCxnSpPr/>
          <p:nvPr/>
        </p:nvCxnSpPr>
        <p:spPr>
          <a:xfrm>
            <a:off x="3453414" y="4474066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Rectangle 189"/>
          <p:cNvSpPr/>
          <p:nvPr/>
        </p:nvSpPr>
        <p:spPr>
          <a:xfrm>
            <a:off x="3136392" y="459558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TextBox 190"/>
          <p:cNvSpPr txBox="1"/>
          <p:nvPr/>
        </p:nvSpPr>
        <p:spPr>
          <a:xfrm>
            <a:off x="3136392" y="459558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17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3489990" y="4595589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2회독 - 2024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5751576" y="461063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4" name="Connector 193"/>
          <p:cNvCxnSpPr/>
          <p:nvPr/>
        </p:nvCxnSpPr>
        <p:spPr>
          <a:xfrm>
            <a:off x="3453414" y="4595589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5" name="Rectangle 194"/>
          <p:cNvSpPr/>
          <p:nvPr/>
        </p:nvSpPr>
        <p:spPr>
          <a:xfrm>
            <a:off x="3136392" y="471711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TextBox 195"/>
          <p:cNvSpPr txBox="1"/>
          <p:nvPr/>
        </p:nvSpPr>
        <p:spPr>
          <a:xfrm>
            <a:off x="3136392" y="471711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18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3489990" y="4717112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2회독 - 2023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5751576" y="473215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199" name="Connector 198"/>
          <p:cNvCxnSpPr/>
          <p:nvPr/>
        </p:nvCxnSpPr>
        <p:spPr>
          <a:xfrm>
            <a:off x="3453414" y="4717112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Rectangle 199"/>
          <p:cNvSpPr/>
          <p:nvPr/>
        </p:nvSpPr>
        <p:spPr>
          <a:xfrm>
            <a:off x="3136392" y="483863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TextBox 200"/>
          <p:cNvSpPr txBox="1"/>
          <p:nvPr/>
        </p:nvSpPr>
        <p:spPr>
          <a:xfrm>
            <a:off x="3136392" y="483863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19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3489990" y="4838635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2회독 - 2022 + 2021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5751576" y="485367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4" name="Connector 203"/>
          <p:cNvCxnSpPr/>
          <p:nvPr/>
        </p:nvCxnSpPr>
        <p:spPr>
          <a:xfrm>
            <a:off x="3453414" y="4838635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Rectangle 204"/>
          <p:cNvSpPr/>
          <p:nvPr/>
        </p:nvSpPr>
        <p:spPr>
          <a:xfrm>
            <a:off x="3136392" y="496015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3136392" y="496015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20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3489990" y="4960158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2회독 - 2020 + 2019</a:t>
            </a:r>
          </a:p>
        </p:txBody>
      </p:sp>
      <p:sp>
        <p:nvSpPr>
          <p:cNvPr id="208" name="Rectangle 207"/>
          <p:cNvSpPr/>
          <p:nvPr/>
        </p:nvSpPr>
        <p:spPr>
          <a:xfrm>
            <a:off x="5751576" y="497519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09" name="Connector 208"/>
          <p:cNvCxnSpPr/>
          <p:nvPr/>
        </p:nvCxnSpPr>
        <p:spPr>
          <a:xfrm>
            <a:off x="3453414" y="4960158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0" name="Rectangle 209"/>
          <p:cNvSpPr/>
          <p:nvPr/>
        </p:nvSpPr>
        <p:spPr>
          <a:xfrm>
            <a:off x="3136392" y="5081681"/>
            <a:ext cx="2770632" cy="121523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Rectangle 210"/>
          <p:cNvSpPr/>
          <p:nvPr/>
        </p:nvSpPr>
        <p:spPr>
          <a:xfrm>
            <a:off x="3136392" y="5081681"/>
            <a:ext cx="317022" cy="121523"/>
          </a:xfrm>
          <a:prstGeom prst="rect">
            <a:avLst/>
          </a:prstGeom>
          <a:solidFill>
            <a:srgbClr val="F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TextBox 211"/>
          <p:cNvSpPr txBox="1"/>
          <p:nvPr/>
        </p:nvSpPr>
        <p:spPr>
          <a:xfrm>
            <a:off x="3136392" y="508168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21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3489990" y="5081681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1">
                <a:solidFill>
                  <a:srgbClr val="2C2C2C"/>
                </a:solidFill>
                <a:latin typeface="Malgun Gothic"/>
              </a:rPr>
              <a:t>[C] 2회독 오답 정리</a:t>
            </a:r>
          </a:p>
        </p:txBody>
      </p:sp>
      <p:sp>
        <p:nvSpPr>
          <p:cNvPr id="214" name="Rectangle 213"/>
          <p:cNvSpPr/>
          <p:nvPr/>
        </p:nvSpPr>
        <p:spPr>
          <a:xfrm>
            <a:off x="5751576" y="509672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15" name="Connector 214"/>
          <p:cNvCxnSpPr/>
          <p:nvPr/>
        </p:nvCxnSpPr>
        <p:spPr>
          <a:xfrm>
            <a:off x="3453414" y="5081681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Rectangle 215"/>
          <p:cNvSpPr/>
          <p:nvPr/>
        </p:nvSpPr>
        <p:spPr>
          <a:xfrm>
            <a:off x="3136392" y="5203204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TextBox 216"/>
          <p:cNvSpPr txBox="1"/>
          <p:nvPr/>
        </p:nvSpPr>
        <p:spPr>
          <a:xfrm>
            <a:off x="3136392" y="520320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22</a:t>
            </a:r>
          </a:p>
        </p:txBody>
      </p:sp>
      <p:sp>
        <p:nvSpPr>
          <p:cNvPr id="218" name="TextBox 217"/>
          <p:cNvSpPr txBox="1"/>
          <p:nvPr/>
        </p:nvSpPr>
        <p:spPr>
          <a:xfrm>
            <a:off x="3489990" y="5203204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3회독 - 2026 + 2025 핵심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5751576" y="521824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0" name="Connector 219"/>
          <p:cNvCxnSpPr/>
          <p:nvPr/>
        </p:nvCxnSpPr>
        <p:spPr>
          <a:xfrm>
            <a:off x="3453414" y="5203204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1" name="Rectangle 220"/>
          <p:cNvSpPr/>
          <p:nvPr/>
        </p:nvSpPr>
        <p:spPr>
          <a:xfrm>
            <a:off x="3136392" y="532472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TextBox 221"/>
          <p:cNvSpPr txBox="1"/>
          <p:nvPr/>
        </p:nvSpPr>
        <p:spPr>
          <a:xfrm>
            <a:off x="3136392" y="532472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23</a:t>
            </a:r>
          </a:p>
        </p:txBody>
      </p:sp>
      <p:sp>
        <p:nvSpPr>
          <p:cNvPr id="223" name="TextBox 222"/>
          <p:cNvSpPr txBox="1"/>
          <p:nvPr/>
        </p:nvSpPr>
        <p:spPr>
          <a:xfrm>
            <a:off x="3489990" y="5324727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3회독 - 2024 + 2023 핵심</a:t>
            </a:r>
          </a:p>
        </p:txBody>
      </p:sp>
      <p:sp>
        <p:nvSpPr>
          <p:cNvPr id="224" name="Rectangle 223"/>
          <p:cNvSpPr/>
          <p:nvPr/>
        </p:nvSpPr>
        <p:spPr>
          <a:xfrm>
            <a:off x="5751576" y="533976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25" name="Connector 224"/>
          <p:cNvCxnSpPr/>
          <p:nvPr/>
        </p:nvCxnSpPr>
        <p:spPr>
          <a:xfrm>
            <a:off x="3453414" y="5324727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6" name="Rectangle 225"/>
          <p:cNvSpPr/>
          <p:nvPr/>
        </p:nvSpPr>
        <p:spPr>
          <a:xfrm>
            <a:off x="3136392" y="544625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3136392" y="544625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24</a:t>
            </a:r>
          </a:p>
        </p:txBody>
      </p:sp>
      <p:sp>
        <p:nvSpPr>
          <p:cNvPr id="228" name="TextBox 227"/>
          <p:cNvSpPr txBox="1"/>
          <p:nvPr/>
        </p:nvSpPr>
        <p:spPr>
          <a:xfrm>
            <a:off x="3489990" y="5446250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2C2C2C"/>
                </a:solidFill>
                <a:latin typeface="Malgun Gothic"/>
              </a:rPr>
              <a:t>[C] 3회독 - 2022~2019 핵심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5751576" y="546129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0" name="Connector 229"/>
          <p:cNvCxnSpPr/>
          <p:nvPr/>
        </p:nvCxnSpPr>
        <p:spPr>
          <a:xfrm>
            <a:off x="3453414" y="5446250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1" name="Rectangle 230"/>
          <p:cNvSpPr/>
          <p:nvPr/>
        </p:nvSpPr>
        <p:spPr>
          <a:xfrm>
            <a:off x="3136392" y="5567773"/>
            <a:ext cx="2770632" cy="121523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Rectangle 231"/>
          <p:cNvSpPr/>
          <p:nvPr/>
        </p:nvSpPr>
        <p:spPr>
          <a:xfrm>
            <a:off x="3136392" y="5567773"/>
            <a:ext cx="317022" cy="121523"/>
          </a:xfrm>
          <a:prstGeom prst="rect">
            <a:avLst/>
          </a:prstGeom>
          <a:solidFill>
            <a:srgbClr val="F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3136392" y="556777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25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3489990" y="5567773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1">
                <a:solidFill>
                  <a:srgbClr val="2C2C2C"/>
                </a:solidFill>
                <a:latin typeface="Malgun Gothic"/>
              </a:rPr>
              <a:t>[C] 누적 오답 최종 정리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5751576" y="558281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6" name="Connector 235"/>
          <p:cNvCxnSpPr/>
          <p:nvPr/>
        </p:nvCxnSpPr>
        <p:spPr>
          <a:xfrm>
            <a:off x="3453414" y="5567773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7" name="Rectangle 236"/>
          <p:cNvSpPr/>
          <p:nvPr/>
        </p:nvSpPr>
        <p:spPr>
          <a:xfrm>
            <a:off x="3136392" y="5689296"/>
            <a:ext cx="2770632" cy="121523"/>
          </a:xfrm>
          <a:prstGeom prst="rect">
            <a:avLst/>
          </a:prstGeom>
          <a:solidFill>
            <a:srgbClr val="FCE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Rectangle 237"/>
          <p:cNvSpPr/>
          <p:nvPr/>
        </p:nvSpPr>
        <p:spPr>
          <a:xfrm>
            <a:off x="3136392" y="5689296"/>
            <a:ext cx="317022" cy="121523"/>
          </a:xfrm>
          <a:prstGeom prst="rect">
            <a:avLst/>
          </a:prstGeom>
          <a:solidFill>
            <a:srgbClr val="F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3136392" y="568929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26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3489990" y="5689296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lang="ko-KR" altLang="en-US" sz="750" b="1" dirty="0" err="1">
                <a:solidFill>
                  <a:srgbClr val="2C2C2C"/>
                </a:solidFill>
                <a:latin typeface="Malgun Gothic"/>
              </a:rPr>
              <a:t>최종복습</a:t>
            </a:r>
            <a:endParaRPr sz="750" b="1" dirty="0">
              <a:solidFill>
                <a:srgbClr val="2C2C2C"/>
              </a:solidFill>
              <a:latin typeface="Malgun Gothic"/>
            </a:endParaRPr>
          </a:p>
        </p:txBody>
      </p:sp>
      <p:sp>
        <p:nvSpPr>
          <p:cNvPr id="241" name="Rectangle 240"/>
          <p:cNvSpPr/>
          <p:nvPr/>
        </p:nvSpPr>
        <p:spPr>
          <a:xfrm>
            <a:off x="5751576" y="570433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2" name="Connector 241"/>
          <p:cNvCxnSpPr>
            <a:cxnSpLocks/>
            <a:endCxn id="237" idx="3"/>
          </p:cNvCxnSpPr>
          <p:nvPr/>
        </p:nvCxnSpPr>
        <p:spPr>
          <a:xfrm>
            <a:off x="3453414" y="5689296"/>
            <a:ext cx="2453610" cy="60762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3" name="Rectangle 242"/>
          <p:cNvSpPr/>
          <p:nvPr/>
        </p:nvSpPr>
        <p:spPr>
          <a:xfrm>
            <a:off x="3136392" y="5810819"/>
            <a:ext cx="2770632" cy="121523"/>
          </a:xfrm>
          <a:prstGeom prst="rect">
            <a:avLst/>
          </a:prstGeom>
          <a:solidFill>
            <a:srgbClr val="F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Rectangle 243"/>
          <p:cNvSpPr/>
          <p:nvPr/>
        </p:nvSpPr>
        <p:spPr>
          <a:xfrm>
            <a:off x="3136392" y="5810819"/>
            <a:ext cx="317022" cy="121523"/>
          </a:xfrm>
          <a:prstGeom prst="rect">
            <a:avLst/>
          </a:prstGeom>
          <a:solidFill>
            <a:srgbClr val="EC3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TextBox 244"/>
          <p:cNvSpPr txBox="1"/>
          <p:nvPr/>
        </p:nvSpPr>
        <p:spPr>
          <a:xfrm>
            <a:off x="3136392" y="581081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27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3489990" y="5810819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1">
                <a:solidFill>
                  <a:srgbClr val="2C2C2C"/>
                </a:solidFill>
                <a:latin typeface="Malgun Gothic"/>
              </a:rPr>
              <a:t>[C] CBT 모의 1~3회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5751576" y="582586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48" name="Connector 247"/>
          <p:cNvCxnSpPr/>
          <p:nvPr/>
        </p:nvCxnSpPr>
        <p:spPr>
          <a:xfrm>
            <a:off x="3453414" y="5810819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9" name="Rectangle 248"/>
          <p:cNvSpPr/>
          <p:nvPr/>
        </p:nvSpPr>
        <p:spPr>
          <a:xfrm>
            <a:off x="3136392" y="5932342"/>
            <a:ext cx="2770632" cy="121523"/>
          </a:xfrm>
          <a:prstGeom prst="rect">
            <a:avLst/>
          </a:prstGeom>
          <a:solidFill>
            <a:srgbClr val="F8B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Rectangle 249"/>
          <p:cNvSpPr/>
          <p:nvPr/>
        </p:nvSpPr>
        <p:spPr>
          <a:xfrm>
            <a:off x="3136392" y="5932342"/>
            <a:ext cx="317022" cy="121523"/>
          </a:xfrm>
          <a:prstGeom prst="rect">
            <a:avLst/>
          </a:prstGeom>
          <a:solidFill>
            <a:srgbClr val="EC3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TextBox 250"/>
          <p:cNvSpPr txBox="1"/>
          <p:nvPr/>
        </p:nvSpPr>
        <p:spPr>
          <a:xfrm>
            <a:off x="3136392" y="593234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rial"/>
              </a:rPr>
              <a:t>28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3489990" y="5932342"/>
            <a:ext cx="2197578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1">
                <a:solidFill>
                  <a:srgbClr val="2C2C2C"/>
                </a:solidFill>
                <a:latin typeface="Malgun Gothic"/>
              </a:rPr>
              <a:t>[C] CBT 모의 4~5회·최종 점검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751576" y="594738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54" name="Connector 253"/>
          <p:cNvCxnSpPr/>
          <p:nvPr/>
        </p:nvCxnSpPr>
        <p:spPr>
          <a:xfrm>
            <a:off x="3453414" y="5932342"/>
            <a:ext cx="2453610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5" name="Rectangle 254"/>
          <p:cNvSpPr/>
          <p:nvPr/>
        </p:nvSpPr>
        <p:spPr>
          <a:xfrm>
            <a:off x="6080760" y="1280160"/>
            <a:ext cx="5596128" cy="341345"/>
          </a:xfrm>
          <a:prstGeom prst="rect">
            <a:avLst/>
          </a:prstGeom>
          <a:solidFill>
            <a:srgbClr val="2C2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Rectangle 255"/>
          <p:cNvSpPr/>
          <p:nvPr/>
        </p:nvSpPr>
        <p:spPr>
          <a:xfrm>
            <a:off x="6178600" y="1341424"/>
            <a:ext cx="707105" cy="219456"/>
          </a:xfrm>
          <a:prstGeom prst="rect">
            <a:avLst/>
          </a:prstGeom>
          <a:solidFill>
            <a:srgbClr val="EC3B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TextBox 256"/>
          <p:cNvSpPr txBox="1"/>
          <p:nvPr/>
        </p:nvSpPr>
        <p:spPr>
          <a:xfrm>
            <a:off x="6178600" y="1341424"/>
            <a:ext cx="707105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933" b="1">
                <a:solidFill>
                  <a:srgbClr val="FFFFFF"/>
                </a:solidFill>
                <a:latin typeface="Arial"/>
              </a:rPr>
              <a:t>TYPE 03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6955840" y="1341424"/>
            <a:ext cx="3486608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Malgun Gothic"/>
              </a:rPr>
              <a:t>학습몰두형 · 90일 (빈칸 자가기록)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10396728" y="1341424"/>
            <a:ext cx="1188720" cy="21945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900" b="0">
                <a:solidFill>
                  <a:srgbClr val="F8BBD0"/>
                </a:solidFill>
                <a:latin typeface="Arial"/>
              </a:rPr>
              <a:t>30행 × 3구간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080760" y="1621505"/>
            <a:ext cx="1865376" cy="170718"/>
          </a:xfrm>
          <a:prstGeom prst="rect">
            <a:avLst/>
          </a:prstGeom>
          <a:solidFill>
            <a:srgbClr val="F2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TextBox 260"/>
          <p:cNvSpPr txBox="1"/>
          <p:nvPr/>
        </p:nvSpPr>
        <p:spPr>
          <a:xfrm>
            <a:off x="6080760" y="1621505"/>
            <a:ext cx="317022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Arial"/>
              </a:rPr>
              <a:t>Day</a:t>
            </a:r>
          </a:p>
        </p:txBody>
      </p:sp>
      <p:sp>
        <p:nvSpPr>
          <p:cNvPr id="262" name="TextBox 261"/>
          <p:cNvSpPr txBox="1"/>
          <p:nvPr/>
        </p:nvSpPr>
        <p:spPr>
          <a:xfrm>
            <a:off x="6434358" y="1621505"/>
            <a:ext cx="1292322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7" b="1">
                <a:solidFill>
                  <a:srgbClr val="555555"/>
                </a:solidFill>
                <a:latin typeface="Malgun Gothic"/>
              </a:rPr>
              <a:t>학습과목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7726680" y="1621505"/>
            <a:ext cx="219456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Malgun Gothic"/>
              </a:rPr>
              <a:t>체크</a:t>
            </a:r>
          </a:p>
        </p:txBody>
      </p:sp>
      <p:sp>
        <p:nvSpPr>
          <p:cNvPr id="264" name="Rectangle 263"/>
          <p:cNvSpPr/>
          <p:nvPr/>
        </p:nvSpPr>
        <p:spPr>
          <a:xfrm>
            <a:off x="6080760" y="1792223"/>
            <a:ext cx="1865376" cy="36456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Rectangle 264"/>
          <p:cNvSpPr/>
          <p:nvPr/>
        </p:nvSpPr>
        <p:spPr>
          <a:xfrm>
            <a:off x="6080760" y="179222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TextBox 265"/>
          <p:cNvSpPr txBox="1"/>
          <p:nvPr/>
        </p:nvSpPr>
        <p:spPr>
          <a:xfrm>
            <a:off x="6080760" y="179222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</a:t>
            </a:r>
          </a:p>
        </p:txBody>
      </p:sp>
      <p:sp>
        <p:nvSpPr>
          <p:cNvPr id="267" name="TextBox 266"/>
          <p:cNvSpPr txBox="1"/>
          <p:nvPr/>
        </p:nvSpPr>
        <p:spPr>
          <a:xfrm>
            <a:off x="6434358" y="1792223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268" name="Rectangle 267"/>
          <p:cNvSpPr/>
          <p:nvPr/>
        </p:nvSpPr>
        <p:spPr>
          <a:xfrm>
            <a:off x="7790688" y="180726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Rectangle 268"/>
          <p:cNvSpPr/>
          <p:nvPr/>
        </p:nvSpPr>
        <p:spPr>
          <a:xfrm>
            <a:off x="6080760" y="191374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TextBox 269"/>
          <p:cNvSpPr txBox="1"/>
          <p:nvPr/>
        </p:nvSpPr>
        <p:spPr>
          <a:xfrm>
            <a:off x="6080760" y="191374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6434358" y="1913746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272" name="Rectangle 271"/>
          <p:cNvSpPr/>
          <p:nvPr/>
        </p:nvSpPr>
        <p:spPr>
          <a:xfrm>
            <a:off x="7790688" y="192878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3" name="Connector 272"/>
          <p:cNvCxnSpPr/>
          <p:nvPr/>
        </p:nvCxnSpPr>
        <p:spPr>
          <a:xfrm>
            <a:off x="6397782" y="1913746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4" name="Rectangle 273"/>
          <p:cNvSpPr/>
          <p:nvPr/>
        </p:nvSpPr>
        <p:spPr>
          <a:xfrm>
            <a:off x="6080760" y="203526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TextBox 274"/>
          <p:cNvSpPr txBox="1"/>
          <p:nvPr/>
        </p:nvSpPr>
        <p:spPr>
          <a:xfrm>
            <a:off x="6080760" y="203526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434358" y="2035269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277" name="Rectangle 276"/>
          <p:cNvSpPr/>
          <p:nvPr/>
        </p:nvSpPr>
        <p:spPr>
          <a:xfrm>
            <a:off x="7790688" y="205031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78" name="Connector 277"/>
          <p:cNvCxnSpPr/>
          <p:nvPr/>
        </p:nvCxnSpPr>
        <p:spPr>
          <a:xfrm>
            <a:off x="6397782" y="2035269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9" name="Rectangle 278"/>
          <p:cNvSpPr/>
          <p:nvPr/>
        </p:nvSpPr>
        <p:spPr>
          <a:xfrm>
            <a:off x="6080760" y="215679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TextBox 279"/>
          <p:cNvSpPr txBox="1"/>
          <p:nvPr/>
        </p:nvSpPr>
        <p:spPr>
          <a:xfrm>
            <a:off x="6080760" y="215679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</a:t>
            </a:r>
          </a:p>
        </p:txBody>
      </p:sp>
      <p:sp>
        <p:nvSpPr>
          <p:cNvPr id="281" name="TextBox 280"/>
          <p:cNvSpPr txBox="1"/>
          <p:nvPr/>
        </p:nvSpPr>
        <p:spPr>
          <a:xfrm>
            <a:off x="6434358" y="2156792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282" name="Rectangle 281"/>
          <p:cNvSpPr/>
          <p:nvPr/>
        </p:nvSpPr>
        <p:spPr>
          <a:xfrm>
            <a:off x="7790688" y="217183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3" name="Connector 282"/>
          <p:cNvCxnSpPr/>
          <p:nvPr/>
        </p:nvCxnSpPr>
        <p:spPr>
          <a:xfrm>
            <a:off x="6397782" y="2156792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4" name="Rectangle 283"/>
          <p:cNvSpPr/>
          <p:nvPr/>
        </p:nvSpPr>
        <p:spPr>
          <a:xfrm>
            <a:off x="6080760" y="227831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TextBox 284"/>
          <p:cNvSpPr txBox="1"/>
          <p:nvPr/>
        </p:nvSpPr>
        <p:spPr>
          <a:xfrm>
            <a:off x="6080760" y="227831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</a:t>
            </a:r>
          </a:p>
        </p:txBody>
      </p:sp>
      <p:sp>
        <p:nvSpPr>
          <p:cNvPr id="286" name="TextBox 285"/>
          <p:cNvSpPr txBox="1"/>
          <p:nvPr/>
        </p:nvSpPr>
        <p:spPr>
          <a:xfrm>
            <a:off x="6434358" y="2278315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287" name="Rectangle 286"/>
          <p:cNvSpPr/>
          <p:nvPr/>
        </p:nvSpPr>
        <p:spPr>
          <a:xfrm>
            <a:off x="7790688" y="229335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88" name="Connector 287"/>
          <p:cNvCxnSpPr/>
          <p:nvPr/>
        </p:nvCxnSpPr>
        <p:spPr>
          <a:xfrm>
            <a:off x="6397782" y="2278315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9" name="Rectangle 288"/>
          <p:cNvSpPr/>
          <p:nvPr/>
        </p:nvSpPr>
        <p:spPr>
          <a:xfrm>
            <a:off x="6080760" y="239983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TextBox 289"/>
          <p:cNvSpPr txBox="1"/>
          <p:nvPr/>
        </p:nvSpPr>
        <p:spPr>
          <a:xfrm>
            <a:off x="6080760" y="239983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434358" y="2399838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292" name="Rectangle 291"/>
          <p:cNvSpPr/>
          <p:nvPr/>
        </p:nvSpPr>
        <p:spPr>
          <a:xfrm>
            <a:off x="7790688" y="241487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3" name="Connector 292"/>
          <p:cNvCxnSpPr/>
          <p:nvPr/>
        </p:nvCxnSpPr>
        <p:spPr>
          <a:xfrm>
            <a:off x="6397782" y="2399838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4" name="Rectangle 293"/>
          <p:cNvSpPr/>
          <p:nvPr/>
        </p:nvSpPr>
        <p:spPr>
          <a:xfrm>
            <a:off x="6080760" y="2521361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TextBox 294"/>
          <p:cNvSpPr txBox="1"/>
          <p:nvPr/>
        </p:nvSpPr>
        <p:spPr>
          <a:xfrm>
            <a:off x="6080760" y="252136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</a:t>
            </a:r>
          </a:p>
        </p:txBody>
      </p:sp>
      <p:sp>
        <p:nvSpPr>
          <p:cNvPr id="296" name="TextBox 295"/>
          <p:cNvSpPr txBox="1"/>
          <p:nvPr/>
        </p:nvSpPr>
        <p:spPr>
          <a:xfrm>
            <a:off x="6434358" y="2521361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297" name="Rectangle 296"/>
          <p:cNvSpPr/>
          <p:nvPr/>
        </p:nvSpPr>
        <p:spPr>
          <a:xfrm>
            <a:off x="7790688" y="253640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98" name="Connector 297"/>
          <p:cNvCxnSpPr/>
          <p:nvPr/>
        </p:nvCxnSpPr>
        <p:spPr>
          <a:xfrm>
            <a:off x="6397782" y="2521361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ectangle 298"/>
          <p:cNvSpPr/>
          <p:nvPr/>
        </p:nvSpPr>
        <p:spPr>
          <a:xfrm>
            <a:off x="6080760" y="2642884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TextBox 299"/>
          <p:cNvSpPr txBox="1"/>
          <p:nvPr/>
        </p:nvSpPr>
        <p:spPr>
          <a:xfrm>
            <a:off x="6080760" y="264288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</a:t>
            </a:r>
          </a:p>
        </p:txBody>
      </p:sp>
      <p:sp>
        <p:nvSpPr>
          <p:cNvPr id="301" name="TextBox 300"/>
          <p:cNvSpPr txBox="1"/>
          <p:nvPr/>
        </p:nvSpPr>
        <p:spPr>
          <a:xfrm>
            <a:off x="6434358" y="2642884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02" name="Rectangle 301"/>
          <p:cNvSpPr/>
          <p:nvPr/>
        </p:nvSpPr>
        <p:spPr>
          <a:xfrm>
            <a:off x="7790688" y="265792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3" name="Connector 302"/>
          <p:cNvCxnSpPr/>
          <p:nvPr/>
        </p:nvCxnSpPr>
        <p:spPr>
          <a:xfrm>
            <a:off x="6397782" y="2642884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4" name="Rectangle 303"/>
          <p:cNvSpPr/>
          <p:nvPr/>
        </p:nvSpPr>
        <p:spPr>
          <a:xfrm>
            <a:off x="6080760" y="276440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TextBox 304"/>
          <p:cNvSpPr txBox="1"/>
          <p:nvPr/>
        </p:nvSpPr>
        <p:spPr>
          <a:xfrm>
            <a:off x="6080760" y="276440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9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6434358" y="2764407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07" name="Rectangle 306"/>
          <p:cNvSpPr/>
          <p:nvPr/>
        </p:nvSpPr>
        <p:spPr>
          <a:xfrm>
            <a:off x="7790688" y="277944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08" name="Connector 307"/>
          <p:cNvCxnSpPr/>
          <p:nvPr/>
        </p:nvCxnSpPr>
        <p:spPr>
          <a:xfrm>
            <a:off x="6397782" y="2764407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9" name="Rectangle 308"/>
          <p:cNvSpPr/>
          <p:nvPr/>
        </p:nvSpPr>
        <p:spPr>
          <a:xfrm>
            <a:off x="6080760" y="288593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TextBox 309"/>
          <p:cNvSpPr txBox="1"/>
          <p:nvPr/>
        </p:nvSpPr>
        <p:spPr>
          <a:xfrm>
            <a:off x="6080760" y="288593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10</a:t>
            </a:r>
          </a:p>
        </p:txBody>
      </p:sp>
      <p:sp>
        <p:nvSpPr>
          <p:cNvPr id="311" name="TextBox 310"/>
          <p:cNvSpPr txBox="1"/>
          <p:nvPr/>
        </p:nvSpPr>
        <p:spPr>
          <a:xfrm>
            <a:off x="6434358" y="2885930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12" name="Rectangle 311"/>
          <p:cNvSpPr/>
          <p:nvPr/>
        </p:nvSpPr>
        <p:spPr>
          <a:xfrm>
            <a:off x="7790688" y="290097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3" name="Connector 312"/>
          <p:cNvCxnSpPr/>
          <p:nvPr/>
        </p:nvCxnSpPr>
        <p:spPr>
          <a:xfrm>
            <a:off x="6397782" y="2885930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4" name="Rectangle 313"/>
          <p:cNvSpPr/>
          <p:nvPr/>
        </p:nvSpPr>
        <p:spPr>
          <a:xfrm>
            <a:off x="6080760" y="300745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TextBox 314"/>
          <p:cNvSpPr txBox="1"/>
          <p:nvPr/>
        </p:nvSpPr>
        <p:spPr>
          <a:xfrm>
            <a:off x="6080760" y="300745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11</a:t>
            </a:r>
          </a:p>
        </p:txBody>
      </p:sp>
      <p:sp>
        <p:nvSpPr>
          <p:cNvPr id="316" name="TextBox 315"/>
          <p:cNvSpPr txBox="1"/>
          <p:nvPr/>
        </p:nvSpPr>
        <p:spPr>
          <a:xfrm>
            <a:off x="6434358" y="3007453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17" name="Rectangle 316"/>
          <p:cNvSpPr/>
          <p:nvPr/>
        </p:nvSpPr>
        <p:spPr>
          <a:xfrm>
            <a:off x="7790688" y="302249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18" name="Connector 317"/>
          <p:cNvCxnSpPr/>
          <p:nvPr/>
        </p:nvCxnSpPr>
        <p:spPr>
          <a:xfrm>
            <a:off x="6397782" y="3007453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9" name="Rectangle 318"/>
          <p:cNvSpPr/>
          <p:nvPr/>
        </p:nvSpPr>
        <p:spPr>
          <a:xfrm>
            <a:off x="6080760" y="312897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TextBox 319"/>
          <p:cNvSpPr txBox="1"/>
          <p:nvPr/>
        </p:nvSpPr>
        <p:spPr>
          <a:xfrm>
            <a:off x="6080760" y="312897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12</a:t>
            </a:r>
          </a:p>
        </p:txBody>
      </p:sp>
      <p:sp>
        <p:nvSpPr>
          <p:cNvPr id="321" name="TextBox 320"/>
          <p:cNvSpPr txBox="1"/>
          <p:nvPr/>
        </p:nvSpPr>
        <p:spPr>
          <a:xfrm>
            <a:off x="6434358" y="3128976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22" name="Rectangle 321"/>
          <p:cNvSpPr/>
          <p:nvPr/>
        </p:nvSpPr>
        <p:spPr>
          <a:xfrm>
            <a:off x="7790688" y="314401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3" name="Connector 322"/>
          <p:cNvCxnSpPr/>
          <p:nvPr/>
        </p:nvCxnSpPr>
        <p:spPr>
          <a:xfrm>
            <a:off x="6397782" y="3128976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4" name="Rectangle 323"/>
          <p:cNvSpPr/>
          <p:nvPr/>
        </p:nvSpPr>
        <p:spPr>
          <a:xfrm>
            <a:off x="6080760" y="325049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TextBox 324"/>
          <p:cNvSpPr txBox="1"/>
          <p:nvPr/>
        </p:nvSpPr>
        <p:spPr>
          <a:xfrm>
            <a:off x="6080760" y="325049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13</a:t>
            </a:r>
          </a:p>
        </p:txBody>
      </p:sp>
      <p:sp>
        <p:nvSpPr>
          <p:cNvPr id="326" name="TextBox 325"/>
          <p:cNvSpPr txBox="1"/>
          <p:nvPr/>
        </p:nvSpPr>
        <p:spPr>
          <a:xfrm>
            <a:off x="6434358" y="3250499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27" name="Rectangle 326"/>
          <p:cNvSpPr/>
          <p:nvPr/>
        </p:nvSpPr>
        <p:spPr>
          <a:xfrm>
            <a:off x="7790688" y="326554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28" name="Connector 327"/>
          <p:cNvCxnSpPr/>
          <p:nvPr/>
        </p:nvCxnSpPr>
        <p:spPr>
          <a:xfrm>
            <a:off x="6397782" y="3250499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9" name="Rectangle 328"/>
          <p:cNvSpPr/>
          <p:nvPr/>
        </p:nvSpPr>
        <p:spPr>
          <a:xfrm>
            <a:off x="6080760" y="337202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TextBox 329"/>
          <p:cNvSpPr txBox="1"/>
          <p:nvPr/>
        </p:nvSpPr>
        <p:spPr>
          <a:xfrm>
            <a:off x="6080760" y="337202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14</a:t>
            </a:r>
          </a:p>
        </p:txBody>
      </p:sp>
      <p:sp>
        <p:nvSpPr>
          <p:cNvPr id="331" name="TextBox 330"/>
          <p:cNvSpPr txBox="1"/>
          <p:nvPr/>
        </p:nvSpPr>
        <p:spPr>
          <a:xfrm>
            <a:off x="6434358" y="3372022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32" name="Rectangle 331"/>
          <p:cNvSpPr/>
          <p:nvPr/>
        </p:nvSpPr>
        <p:spPr>
          <a:xfrm>
            <a:off x="7790688" y="338706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3" name="Connector 332"/>
          <p:cNvCxnSpPr/>
          <p:nvPr/>
        </p:nvCxnSpPr>
        <p:spPr>
          <a:xfrm>
            <a:off x="6397782" y="3372022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Rectangle 333"/>
          <p:cNvSpPr/>
          <p:nvPr/>
        </p:nvSpPr>
        <p:spPr>
          <a:xfrm>
            <a:off x="6080760" y="349354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TextBox 334"/>
          <p:cNvSpPr txBox="1"/>
          <p:nvPr/>
        </p:nvSpPr>
        <p:spPr>
          <a:xfrm>
            <a:off x="6080760" y="349354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15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6434358" y="3493545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37" name="Rectangle 336"/>
          <p:cNvSpPr/>
          <p:nvPr/>
        </p:nvSpPr>
        <p:spPr>
          <a:xfrm>
            <a:off x="7790688" y="350858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38" name="Connector 337"/>
          <p:cNvCxnSpPr/>
          <p:nvPr/>
        </p:nvCxnSpPr>
        <p:spPr>
          <a:xfrm>
            <a:off x="6397782" y="3493545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9" name="Rectangle 338"/>
          <p:cNvSpPr/>
          <p:nvPr/>
        </p:nvSpPr>
        <p:spPr>
          <a:xfrm>
            <a:off x="6080760" y="361506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TextBox 339"/>
          <p:cNvSpPr txBox="1"/>
          <p:nvPr/>
        </p:nvSpPr>
        <p:spPr>
          <a:xfrm>
            <a:off x="6080760" y="361506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16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6434358" y="3615068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42" name="Rectangle 341"/>
          <p:cNvSpPr/>
          <p:nvPr/>
        </p:nvSpPr>
        <p:spPr>
          <a:xfrm>
            <a:off x="7790688" y="363010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3" name="Connector 342"/>
          <p:cNvCxnSpPr/>
          <p:nvPr/>
        </p:nvCxnSpPr>
        <p:spPr>
          <a:xfrm>
            <a:off x="6397782" y="3615068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4" name="Rectangle 343"/>
          <p:cNvSpPr/>
          <p:nvPr/>
        </p:nvSpPr>
        <p:spPr>
          <a:xfrm>
            <a:off x="6080760" y="3736591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TextBox 344"/>
          <p:cNvSpPr txBox="1"/>
          <p:nvPr/>
        </p:nvSpPr>
        <p:spPr>
          <a:xfrm>
            <a:off x="6080760" y="373659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17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6434358" y="3736591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47" name="Rectangle 346"/>
          <p:cNvSpPr/>
          <p:nvPr/>
        </p:nvSpPr>
        <p:spPr>
          <a:xfrm>
            <a:off x="7790688" y="375163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48" name="Connector 347"/>
          <p:cNvCxnSpPr/>
          <p:nvPr/>
        </p:nvCxnSpPr>
        <p:spPr>
          <a:xfrm>
            <a:off x="6397782" y="3736591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9" name="Rectangle 348"/>
          <p:cNvSpPr/>
          <p:nvPr/>
        </p:nvSpPr>
        <p:spPr>
          <a:xfrm>
            <a:off x="6080760" y="3858114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TextBox 349"/>
          <p:cNvSpPr txBox="1"/>
          <p:nvPr/>
        </p:nvSpPr>
        <p:spPr>
          <a:xfrm>
            <a:off x="6080760" y="385811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18</a:t>
            </a:r>
          </a:p>
        </p:txBody>
      </p:sp>
      <p:sp>
        <p:nvSpPr>
          <p:cNvPr id="351" name="TextBox 350"/>
          <p:cNvSpPr txBox="1"/>
          <p:nvPr/>
        </p:nvSpPr>
        <p:spPr>
          <a:xfrm>
            <a:off x="6434358" y="3858114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52" name="Rectangle 351"/>
          <p:cNvSpPr/>
          <p:nvPr/>
        </p:nvSpPr>
        <p:spPr>
          <a:xfrm>
            <a:off x="7790688" y="387315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3" name="Connector 352"/>
          <p:cNvCxnSpPr/>
          <p:nvPr/>
        </p:nvCxnSpPr>
        <p:spPr>
          <a:xfrm>
            <a:off x="6397782" y="3858114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4" name="Rectangle 353"/>
          <p:cNvSpPr/>
          <p:nvPr/>
        </p:nvSpPr>
        <p:spPr>
          <a:xfrm>
            <a:off x="6080760" y="397963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TextBox 354"/>
          <p:cNvSpPr txBox="1"/>
          <p:nvPr/>
        </p:nvSpPr>
        <p:spPr>
          <a:xfrm>
            <a:off x="6080760" y="397963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19</a:t>
            </a:r>
          </a:p>
        </p:txBody>
      </p:sp>
      <p:sp>
        <p:nvSpPr>
          <p:cNvPr id="356" name="TextBox 355"/>
          <p:cNvSpPr txBox="1"/>
          <p:nvPr/>
        </p:nvSpPr>
        <p:spPr>
          <a:xfrm>
            <a:off x="6434358" y="3979637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57" name="Rectangle 356"/>
          <p:cNvSpPr/>
          <p:nvPr/>
        </p:nvSpPr>
        <p:spPr>
          <a:xfrm>
            <a:off x="7790688" y="399467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58" name="Connector 357"/>
          <p:cNvCxnSpPr/>
          <p:nvPr/>
        </p:nvCxnSpPr>
        <p:spPr>
          <a:xfrm>
            <a:off x="6397782" y="3979637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9" name="Rectangle 358"/>
          <p:cNvSpPr/>
          <p:nvPr/>
        </p:nvSpPr>
        <p:spPr>
          <a:xfrm>
            <a:off x="6080760" y="410116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TextBox 359"/>
          <p:cNvSpPr txBox="1"/>
          <p:nvPr/>
        </p:nvSpPr>
        <p:spPr>
          <a:xfrm>
            <a:off x="6080760" y="410116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20</a:t>
            </a:r>
          </a:p>
        </p:txBody>
      </p:sp>
      <p:sp>
        <p:nvSpPr>
          <p:cNvPr id="361" name="TextBox 360"/>
          <p:cNvSpPr txBox="1"/>
          <p:nvPr/>
        </p:nvSpPr>
        <p:spPr>
          <a:xfrm>
            <a:off x="6434358" y="4101160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62" name="Rectangle 361"/>
          <p:cNvSpPr/>
          <p:nvPr/>
        </p:nvSpPr>
        <p:spPr>
          <a:xfrm>
            <a:off x="7790688" y="411620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3" name="Connector 362"/>
          <p:cNvCxnSpPr/>
          <p:nvPr/>
        </p:nvCxnSpPr>
        <p:spPr>
          <a:xfrm>
            <a:off x="6397782" y="4101160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4" name="Rectangle 363"/>
          <p:cNvSpPr/>
          <p:nvPr/>
        </p:nvSpPr>
        <p:spPr>
          <a:xfrm>
            <a:off x="6080760" y="422268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6080760" y="422268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21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6434358" y="4222683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67" name="Rectangle 366"/>
          <p:cNvSpPr/>
          <p:nvPr/>
        </p:nvSpPr>
        <p:spPr>
          <a:xfrm>
            <a:off x="7790688" y="423772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68" name="Connector 367"/>
          <p:cNvCxnSpPr/>
          <p:nvPr/>
        </p:nvCxnSpPr>
        <p:spPr>
          <a:xfrm>
            <a:off x="6397782" y="4222683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9" name="Rectangle 368"/>
          <p:cNvSpPr/>
          <p:nvPr/>
        </p:nvSpPr>
        <p:spPr>
          <a:xfrm>
            <a:off x="6080760" y="434420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TextBox 369"/>
          <p:cNvSpPr txBox="1"/>
          <p:nvPr/>
        </p:nvSpPr>
        <p:spPr>
          <a:xfrm>
            <a:off x="6080760" y="434420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22</a:t>
            </a:r>
          </a:p>
        </p:txBody>
      </p:sp>
      <p:sp>
        <p:nvSpPr>
          <p:cNvPr id="371" name="TextBox 370"/>
          <p:cNvSpPr txBox="1"/>
          <p:nvPr/>
        </p:nvSpPr>
        <p:spPr>
          <a:xfrm>
            <a:off x="6434358" y="4344206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72" name="Rectangle 371"/>
          <p:cNvSpPr/>
          <p:nvPr/>
        </p:nvSpPr>
        <p:spPr>
          <a:xfrm>
            <a:off x="7790688" y="435924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3" name="Connector 372"/>
          <p:cNvCxnSpPr/>
          <p:nvPr/>
        </p:nvCxnSpPr>
        <p:spPr>
          <a:xfrm>
            <a:off x="6397782" y="4344206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4" name="Rectangle 373"/>
          <p:cNvSpPr/>
          <p:nvPr/>
        </p:nvSpPr>
        <p:spPr>
          <a:xfrm>
            <a:off x="6080760" y="446572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TextBox 374"/>
          <p:cNvSpPr txBox="1"/>
          <p:nvPr/>
        </p:nvSpPr>
        <p:spPr>
          <a:xfrm>
            <a:off x="6080760" y="446572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23</a:t>
            </a:r>
          </a:p>
        </p:txBody>
      </p:sp>
      <p:sp>
        <p:nvSpPr>
          <p:cNvPr id="376" name="TextBox 375"/>
          <p:cNvSpPr txBox="1"/>
          <p:nvPr/>
        </p:nvSpPr>
        <p:spPr>
          <a:xfrm>
            <a:off x="6434358" y="4465729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77" name="Rectangle 376"/>
          <p:cNvSpPr/>
          <p:nvPr/>
        </p:nvSpPr>
        <p:spPr>
          <a:xfrm>
            <a:off x="7790688" y="448077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78" name="Connector 377"/>
          <p:cNvCxnSpPr/>
          <p:nvPr/>
        </p:nvCxnSpPr>
        <p:spPr>
          <a:xfrm>
            <a:off x="6397782" y="4465729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9" name="Rectangle 378"/>
          <p:cNvSpPr/>
          <p:nvPr/>
        </p:nvSpPr>
        <p:spPr>
          <a:xfrm>
            <a:off x="6080760" y="458725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TextBox 379"/>
          <p:cNvSpPr txBox="1"/>
          <p:nvPr/>
        </p:nvSpPr>
        <p:spPr>
          <a:xfrm>
            <a:off x="6080760" y="458725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24</a:t>
            </a:r>
          </a:p>
        </p:txBody>
      </p:sp>
      <p:sp>
        <p:nvSpPr>
          <p:cNvPr id="381" name="TextBox 380"/>
          <p:cNvSpPr txBox="1"/>
          <p:nvPr/>
        </p:nvSpPr>
        <p:spPr>
          <a:xfrm>
            <a:off x="6434358" y="4587252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82" name="Rectangle 381"/>
          <p:cNvSpPr/>
          <p:nvPr/>
        </p:nvSpPr>
        <p:spPr>
          <a:xfrm>
            <a:off x="7790688" y="460229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3" name="Connector 382"/>
          <p:cNvCxnSpPr/>
          <p:nvPr/>
        </p:nvCxnSpPr>
        <p:spPr>
          <a:xfrm>
            <a:off x="6397782" y="4587252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4" name="Rectangle 383"/>
          <p:cNvSpPr/>
          <p:nvPr/>
        </p:nvSpPr>
        <p:spPr>
          <a:xfrm>
            <a:off x="6080760" y="470877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TextBox 384"/>
          <p:cNvSpPr txBox="1"/>
          <p:nvPr/>
        </p:nvSpPr>
        <p:spPr>
          <a:xfrm>
            <a:off x="6080760" y="470877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25</a:t>
            </a:r>
          </a:p>
        </p:txBody>
      </p:sp>
      <p:sp>
        <p:nvSpPr>
          <p:cNvPr id="386" name="TextBox 385"/>
          <p:cNvSpPr txBox="1"/>
          <p:nvPr/>
        </p:nvSpPr>
        <p:spPr>
          <a:xfrm>
            <a:off x="6434358" y="4708775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87" name="Rectangle 386"/>
          <p:cNvSpPr/>
          <p:nvPr/>
        </p:nvSpPr>
        <p:spPr>
          <a:xfrm>
            <a:off x="7790688" y="472381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88" name="Connector 387"/>
          <p:cNvCxnSpPr/>
          <p:nvPr/>
        </p:nvCxnSpPr>
        <p:spPr>
          <a:xfrm>
            <a:off x="6397782" y="4708775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9" name="Rectangle 388"/>
          <p:cNvSpPr/>
          <p:nvPr/>
        </p:nvSpPr>
        <p:spPr>
          <a:xfrm>
            <a:off x="6080760" y="483029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TextBox 389"/>
          <p:cNvSpPr txBox="1"/>
          <p:nvPr/>
        </p:nvSpPr>
        <p:spPr>
          <a:xfrm>
            <a:off x="6080760" y="483029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26</a:t>
            </a:r>
          </a:p>
        </p:txBody>
      </p:sp>
      <p:sp>
        <p:nvSpPr>
          <p:cNvPr id="391" name="TextBox 390"/>
          <p:cNvSpPr txBox="1"/>
          <p:nvPr/>
        </p:nvSpPr>
        <p:spPr>
          <a:xfrm>
            <a:off x="6434358" y="4830298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92" name="Rectangle 391"/>
          <p:cNvSpPr/>
          <p:nvPr/>
        </p:nvSpPr>
        <p:spPr>
          <a:xfrm>
            <a:off x="7790688" y="484533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3" name="Connector 392"/>
          <p:cNvCxnSpPr/>
          <p:nvPr/>
        </p:nvCxnSpPr>
        <p:spPr>
          <a:xfrm>
            <a:off x="6397782" y="4830298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4" name="Rectangle 393"/>
          <p:cNvSpPr/>
          <p:nvPr/>
        </p:nvSpPr>
        <p:spPr>
          <a:xfrm>
            <a:off x="6080760" y="4951821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TextBox 394"/>
          <p:cNvSpPr txBox="1"/>
          <p:nvPr/>
        </p:nvSpPr>
        <p:spPr>
          <a:xfrm>
            <a:off x="6080760" y="495182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27</a:t>
            </a:r>
          </a:p>
        </p:txBody>
      </p:sp>
      <p:sp>
        <p:nvSpPr>
          <p:cNvPr id="396" name="TextBox 395"/>
          <p:cNvSpPr txBox="1"/>
          <p:nvPr/>
        </p:nvSpPr>
        <p:spPr>
          <a:xfrm>
            <a:off x="6434358" y="4951821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397" name="Rectangle 396"/>
          <p:cNvSpPr/>
          <p:nvPr/>
        </p:nvSpPr>
        <p:spPr>
          <a:xfrm>
            <a:off x="7790688" y="496686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98" name="Connector 397"/>
          <p:cNvCxnSpPr/>
          <p:nvPr/>
        </p:nvCxnSpPr>
        <p:spPr>
          <a:xfrm>
            <a:off x="6397782" y="4951821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9" name="Rectangle 398"/>
          <p:cNvSpPr/>
          <p:nvPr/>
        </p:nvSpPr>
        <p:spPr>
          <a:xfrm>
            <a:off x="6080760" y="5073344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TextBox 399"/>
          <p:cNvSpPr txBox="1"/>
          <p:nvPr/>
        </p:nvSpPr>
        <p:spPr>
          <a:xfrm>
            <a:off x="6080760" y="507334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28</a:t>
            </a:r>
          </a:p>
        </p:txBody>
      </p:sp>
      <p:sp>
        <p:nvSpPr>
          <p:cNvPr id="401" name="TextBox 400"/>
          <p:cNvSpPr txBox="1"/>
          <p:nvPr/>
        </p:nvSpPr>
        <p:spPr>
          <a:xfrm>
            <a:off x="6434358" y="5073344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02" name="Rectangle 401"/>
          <p:cNvSpPr/>
          <p:nvPr/>
        </p:nvSpPr>
        <p:spPr>
          <a:xfrm>
            <a:off x="7790688" y="508838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3" name="Connector 402"/>
          <p:cNvCxnSpPr/>
          <p:nvPr/>
        </p:nvCxnSpPr>
        <p:spPr>
          <a:xfrm>
            <a:off x="6397782" y="5073344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4" name="Rectangle 403"/>
          <p:cNvSpPr/>
          <p:nvPr/>
        </p:nvSpPr>
        <p:spPr>
          <a:xfrm>
            <a:off x="6080760" y="519486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TextBox 404"/>
          <p:cNvSpPr txBox="1"/>
          <p:nvPr/>
        </p:nvSpPr>
        <p:spPr>
          <a:xfrm>
            <a:off x="6080760" y="519486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29</a:t>
            </a:r>
          </a:p>
        </p:txBody>
      </p:sp>
      <p:sp>
        <p:nvSpPr>
          <p:cNvPr id="406" name="TextBox 405"/>
          <p:cNvSpPr txBox="1"/>
          <p:nvPr/>
        </p:nvSpPr>
        <p:spPr>
          <a:xfrm>
            <a:off x="6434358" y="5194867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07" name="Rectangle 406"/>
          <p:cNvSpPr/>
          <p:nvPr/>
        </p:nvSpPr>
        <p:spPr>
          <a:xfrm>
            <a:off x="7790688" y="520990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08" name="Connector 407"/>
          <p:cNvCxnSpPr/>
          <p:nvPr/>
        </p:nvCxnSpPr>
        <p:spPr>
          <a:xfrm>
            <a:off x="6397782" y="5194867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9" name="Rectangle 408"/>
          <p:cNvSpPr/>
          <p:nvPr/>
        </p:nvSpPr>
        <p:spPr>
          <a:xfrm>
            <a:off x="6080760" y="531639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TextBox 409"/>
          <p:cNvSpPr txBox="1"/>
          <p:nvPr/>
        </p:nvSpPr>
        <p:spPr>
          <a:xfrm>
            <a:off x="6080760" y="531639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30</a:t>
            </a:r>
          </a:p>
        </p:txBody>
      </p:sp>
      <p:sp>
        <p:nvSpPr>
          <p:cNvPr id="411" name="TextBox 410"/>
          <p:cNvSpPr txBox="1"/>
          <p:nvPr/>
        </p:nvSpPr>
        <p:spPr>
          <a:xfrm>
            <a:off x="6434358" y="5316390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12" name="Rectangle 411"/>
          <p:cNvSpPr/>
          <p:nvPr/>
        </p:nvSpPr>
        <p:spPr>
          <a:xfrm>
            <a:off x="7790688" y="533143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13" name="Connector 412"/>
          <p:cNvCxnSpPr/>
          <p:nvPr/>
        </p:nvCxnSpPr>
        <p:spPr>
          <a:xfrm>
            <a:off x="6397782" y="5316390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Rectangle 413"/>
          <p:cNvSpPr/>
          <p:nvPr/>
        </p:nvSpPr>
        <p:spPr>
          <a:xfrm>
            <a:off x="7946136" y="1621505"/>
            <a:ext cx="1865376" cy="170718"/>
          </a:xfrm>
          <a:prstGeom prst="rect">
            <a:avLst/>
          </a:prstGeom>
          <a:solidFill>
            <a:srgbClr val="F2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TextBox 414"/>
          <p:cNvSpPr txBox="1"/>
          <p:nvPr/>
        </p:nvSpPr>
        <p:spPr>
          <a:xfrm>
            <a:off x="7946136" y="1621505"/>
            <a:ext cx="317022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Arial"/>
              </a:rPr>
              <a:t>Day</a:t>
            </a:r>
          </a:p>
        </p:txBody>
      </p:sp>
      <p:sp>
        <p:nvSpPr>
          <p:cNvPr id="416" name="TextBox 415"/>
          <p:cNvSpPr txBox="1"/>
          <p:nvPr/>
        </p:nvSpPr>
        <p:spPr>
          <a:xfrm>
            <a:off x="8299734" y="1621505"/>
            <a:ext cx="1292322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7" b="1">
                <a:solidFill>
                  <a:srgbClr val="555555"/>
                </a:solidFill>
                <a:latin typeface="Malgun Gothic"/>
              </a:rPr>
              <a:t>학습과목</a:t>
            </a:r>
          </a:p>
        </p:txBody>
      </p:sp>
      <p:sp>
        <p:nvSpPr>
          <p:cNvPr id="417" name="TextBox 416"/>
          <p:cNvSpPr txBox="1"/>
          <p:nvPr/>
        </p:nvSpPr>
        <p:spPr>
          <a:xfrm>
            <a:off x="9592056" y="1621505"/>
            <a:ext cx="219456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Malgun Gothic"/>
              </a:rPr>
              <a:t>체크</a:t>
            </a:r>
          </a:p>
        </p:txBody>
      </p:sp>
      <p:sp>
        <p:nvSpPr>
          <p:cNvPr id="418" name="Rectangle 417"/>
          <p:cNvSpPr/>
          <p:nvPr/>
        </p:nvSpPr>
        <p:spPr>
          <a:xfrm>
            <a:off x="7946136" y="1792223"/>
            <a:ext cx="1865376" cy="36456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Rectangle 418"/>
          <p:cNvSpPr/>
          <p:nvPr/>
        </p:nvSpPr>
        <p:spPr>
          <a:xfrm>
            <a:off x="7946136" y="179222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TextBox 419"/>
          <p:cNvSpPr txBox="1"/>
          <p:nvPr/>
        </p:nvSpPr>
        <p:spPr>
          <a:xfrm>
            <a:off x="7946136" y="179222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31</a:t>
            </a:r>
          </a:p>
        </p:txBody>
      </p:sp>
      <p:sp>
        <p:nvSpPr>
          <p:cNvPr id="421" name="TextBox 420"/>
          <p:cNvSpPr txBox="1"/>
          <p:nvPr/>
        </p:nvSpPr>
        <p:spPr>
          <a:xfrm>
            <a:off x="8299734" y="1792223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22" name="Rectangle 421"/>
          <p:cNvSpPr/>
          <p:nvPr/>
        </p:nvSpPr>
        <p:spPr>
          <a:xfrm>
            <a:off x="9656064" y="180726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Rectangle 422"/>
          <p:cNvSpPr/>
          <p:nvPr/>
        </p:nvSpPr>
        <p:spPr>
          <a:xfrm>
            <a:off x="7946136" y="191374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TextBox 423"/>
          <p:cNvSpPr txBox="1"/>
          <p:nvPr/>
        </p:nvSpPr>
        <p:spPr>
          <a:xfrm>
            <a:off x="7946136" y="191374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32</a:t>
            </a:r>
          </a:p>
        </p:txBody>
      </p:sp>
      <p:sp>
        <p:nvSpPr>
          <p:cNvPr id="425" name="TextBox 424"/>
          <p:cNvSpPr txBox="1"/>
          <p:nvPr/>
        </p:nvSpPr>
        <p:spPr>
          <a:xfrm>
            <a:off x="8299734" y="1913746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26" name="Rectangle 425"/>
          <p:cNvSpPr/>
          <p:nvPr/>
        </p:nvSpPr>
        <p:spPr>
          <a:xfrm>
            <a:off x="9656064" y="192878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27" name="Connector 426"/>
          <p:cNvCxnSpPr/>
          <p:nvPr/>
        </p:nvCxnSpPr>
        <p:spPr>
          <a:xfrm>
            <a:off x="8263158" y="1913746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8" name="Rectangle 427"/>
          <p:cNvSpPr/>
          <p:nvPr/>
        </p:nvSpPr>
        <p:spPr>
          <a:xfrm>
            <a:off x="7946136" y="203526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TextBox 428"/>
          <p:cNvSpPr txBox="1"/>
          <p:nvPr/>
        </p:nvSpPr>
        <p:spPr>
          <a:xfrm>
            <a:off x="7946136" y="203526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33</a:t>
            </a:r>
          </a:p>
        </p:txBody>
      </p:sp>
      <p:sp>
        <p:nvSpPr>
          <p:cNvPr id="430" name="TextBox 429"/>
          <p:cNvSpPr txBox="1"/>
          <p:nvPr/>
        </p:nvSpPr>
        <p:spPr>
          <a:xfrm>
            <a:off x="8299734" y="2035269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31" name="Rectangle 430"/>
          <p:cNvSpPr/>
          <p:nvPr/>
        </p:nvSpPr>
        <p:spPr>
          <a:xfrm>
            <a:off x="9656064" y="205031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2" name="Connector 431"/>
          <p:cNvCxnSpPr/>
          <p:nvPr/>
        </p:nvCxnSpPr>
        <p:spPr>
          <a:xfrm>
            <a:off x="8263158" y="2035269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3" name="Rectangle 432"/>
          <p:cNvSpPr/>
          <p:nvPr/>
        </p:nvSpPr>
        <p:spPr>
          <a:xfrm>
            <a:off x="7946136" y="215679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TextBox 433"/>
          <p:cNvSpPr txBox="1"/>
          <p:nvPr/>
        </p:nvSpPr>
        <p:spPr>
          <a:xfrm>
            <a:off x="7946136" y="215679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34</a:t>
            </a:r>
          </a:p>
        </p:txBody>
      </p:sp>
      <p:sp>
        <p:nvSpPr>
          <p:cNvPr id="435" name="TextBox 434"/>
          <p:cNvSpPr txBox="1"/>
          <p:nvPr/>
        </p:nvSpPr>
        <p:spPr>
          <a:xfrm>
            <a:off x="8299734" y="2156792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36" name="Rectangle 435"/>
          <p:cNvSpPr/>
          <p:nvPr/>
        </p:nvSpPr>
        <p:spPr>
          <a:xfrm>
            <a:off x="9656064" y="217183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37" name="Connector 436"/>
          <p:cNvCxnSpPr/>
          <p:nvPr/>
        </p:nvCxnSpPr>
        <p:spPr>
          <a:xfrm>
            <a:off x="8263158" y="2156792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8" name="Rectangle 437"/>
          <p:cNvSpPr/>
          <p:nvPr/>
        </p:nvSpPr>
        <p:spPr>
          <a:xfrm>
            <a:off x="7946136" y="227831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TextBox 438"/>
          <p:cNvSpPr txBox="1"/>
          <p:nvPr/>
        </p:nvSpPr>
        <p:spPr>
          <a:xfrm>
            <a:off x="7946136" y="227831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35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8299734" y="2278315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41" name="Rectangle 440"/>
          <p:cNvSpPr/>
          <p:nvPr/>
        </p:nvSpPr>
        <p:spPr>
          <a:xfrm>
            <a:off x="9656064" y="229335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2" name="Connector 441"/>
          <p:cNvCxnSpPr/>
          <p:nvPr/>
        </p:nvCxnSpPr>
        <p:spPr>
          <a:xfrm>
            <a:off x="8263158" y="2278315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3" name="Rectangle 442"/>
          <p:cNvSpPr/>
          <p:nvPr/>
        </p:nvSpPr>
        <p:spPr>
          <a:xfrm>
            <a:off x="7946136" y="239983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TextBox 443"/>
          <p:cNvSpPr txBox="1"/>
          <p:nvPr/>
        </p:nvSpPr>
        <p:spPr>
          <a:xfrm>
            <a:off x="7946136" y="239983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36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8299734" y="2399838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46" name="Rectangle 445"/>
          <p:cNvSpPr/>
          <p:nvPr/>
        </p:nvSpPr>
        <p:spPr>
          <a:xfrm>
            <a:off x="9656064" y="241487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47" name="Connector 446"/>
          <p:cNvCxnSpPr/>
          <p:nvPr/>
        </p:nvCxnSpPr>
        <p:spPr>
          <a:xfrm>
            <a:off x="8263158" y="2399838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8" name="Rectangle 447"/>
          <p:cNvSpPr/>
          <p:nvPr/>
        </p:nvSpPr>
        <p:spPr>
          <a:xfrm>
            <a:off x="7946136" y="2521361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TextBox 448"/>
          <p:cNvSpPr txBox="1"/>
          <p:nvPr/>
        </p:nvSpPr>
        <p:spPr>
          <a:xfrm>
            <a:off x="7946136" y="252136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37</a:t>
            </a:r>
          </a:p>
        </p:txBody>
      </p:sp>
      <p:sp>
        <p:nvSpPr>
          <p:cNvPr id="450" name="TextBox 449"/>
          <p:cNvSpPr txBox="1"/>
          <p:nvPr/>
        </p:nvSpPr>
        <p:spPr>
          <a:xfrm>
            <a:off x="8299734" y="2521361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51" name="Rectangle 450"/>
          <p:cNvSpPr/>
          <p:nvPr/>
        </p:nvSpPr>
        <p:spPr>
          <a:xfrm>
            <a:off x="9656064" y="253640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2" name="Connector 451"/>
          <p:cNvCxnSpPr/>
          <p:nvPr/>
        </p:nvCxnSpPr>
        <p:spPr>
          <a:xfrm>
            <a:off x="8263158" y="2521361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3" name="Rectangle 452"/>
          <p:cNvSpPr/>
          <p:nvPr/>
        </p:nvSpPr>
        <p:spPr>
          <a:xfrm>
            <a:off x="7946136" y="2642884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TextBox 453"/>
          <p:cNvSpPr txBox="1"/>
          <p:nvPr/>
        </p:nvSpPr>
        <p:spPr>
          <a:xfrm>
            <a:off x="7946136" y="264288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38</a:t>
            </a:r>
          </a:p>
        </p:txBody>
      </p:sp>
      <p:sp>
        <p:nvSpPr>
          <p:cNvPr id="455" name="TextBox 454"/>
          <p:cNvSpPr txBox="1"/>
          <p:nvPr/>
        </p:nvSpPr>
        <p:spPr>
          <a:xfrm>
            <a:off x="8299734" y="2642884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56" name="Rectangle 455"/>
          <p:cNvSpPr/>
          <p:nvPr/>
        </p:nvSpPr>
        <p:spPr>
          <a:xfrm>
            <a:off x="9656064" y="265792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57" name="Connector 456"/>
          <p:cNvCxnSpPr/>
          <p:nvPr/>
        </p:nvCxnSpPr>
        <p:spPr>
          <a:xfrm>
            <a:off x="8263158" y="2642884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8" name="Rectangle 457"/>
          <p:cNvSpPr/>
          <p:nvPr/>
        </p:nvSpPr>
        <p:spPr>
          <a:xfrm>
            <a:off x="7946136" y="276440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TextBox 458"/>
          <p:cNvSpPr txBox="1"/>
          <p:nvPr/>
        </p:nvSpPr>
        <p:spPr>
          <a:xfrm>
            <a:off x="7946136" y="276440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39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8299734" y="2764407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61" name="Rectangle 460"/>
          <p:cNvSpPr/>
          <p:nvPr/>
        </p:nvSpPr>
        <p:spPr>
          <a:xfrm>
            <a:off x="9656064" y="277944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2" name="Connector 461"/>
          <p:cNvCxnSpPr/>
          <p:nvPr/>
        </p:nvCxnSpPr>
        <p:spPr>
          <a:xfrm>
            <a:off x="8263158" y="2764407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3" name="Rectangle 462"/>
          <p:cNvSpPr/>
          <p:nvPr/>
        </p:nvSpPr>
        <p:spPr>
          <a:xfrm>
            <a:off x="7946136" y="288593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TextBox 463"/>
          <p:cNvSpPr txBox="1"/>
          <p:nvPr/>
        </p:nvSpPr>
        <p:spPr>
          <a:xfrm>
            <a:off x="7946136" y="288593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40</a:t>
            </a:r>
          </a:p>
        </p:txBody>
      </p:sp>
      <p:sp>
        <p:nvSpPr>
          <p:cNvPr id="465" name="TextBox 464"/>
          <p:cNvSpPr txBox="1"/>
          <p:nvPr/>
        </p:nvSpPr>
        <p:spPr>
          <a:xfrm>
            <a:off x="8299734" y="2885930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66" name="Rectangle 465"/>
          <p:cNvSpPr/>
          <p:nvPr/>
        </p:nvSpPr>
        <p:spPr>
          <a:xfrm>
            <a:off x="9656064" y="290097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67" name="Connector 466"/>
          <p:cNvCxnSpPr/>
          <p:nvPr/>
        </p:nvCxnSpPr>
        <p:spPr>
          <a:xfrm>
            <a:off x="8263158" y="2885930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8" name="Rectangle 467"/>
          <p:cNvSpPr/>
          <p:nvPr/>
        </p:nvSpPr>
        <p:spPr>
          <a:xfrm>
            <a:off x="7946136" y="300745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TextBox 468"/>
          <p:cNvSpPr txBox="1"/>
          <p:nvPr/>
        </p:nvSpPr>
        <p:spPr>
          <a:xfrm>
            <a:off x="7946136" y="300745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41</a:t>
            </a:r>
          </a:p>
        </p:txBody>
      </p:sp>
      <p:sp>
        <p:nvSpPr>
          <p:cNvPr id="470" name="TextBox 469"/>
          <p:cNvSpPr txBox="1"/>
          <p:nvPr/>
        </p:nvSpPr>
        <p:spPr>
          <a:xfrm>
            <a:off x="8299734" y="3007453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71" name="Rectangle 470"/>
          <p:cNvSpPr/>
          <p:nvPr/>
        </p:nvSpPr>
        <p:spPr>
          <a:xfrm>
            <a:off x="9656064" y="302249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2" name="Connector 471"/>
          <p:cNvCxnSpPr/>
          <p:nvPr/>
        </p:nvCxnSpPr>
        <p:spPr>
          <a:xfrm>
            <a:off x="8263158" y="3007453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3" name="Rectangle 472"/>
          <p:cNvSpPr/>
          <p:nvPr/>
        </p:nvSpPr>
        <p:spPr>
          <a:xfrm>
            <a:off x="7946136" y="312897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TextBox 473"/>
          <p:cNvSpPr txBox="1"/>
          <p:nvPr/>
        </p:nvSpPr>
        <p:spPr>
          <a:xfrm>
            <a:off x="7946136" y="312897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42</a:t>
            </a:r>
          </a:p>
        </p:txBody>
      </p:sp>
      <p:sp>
        <p:nvSpPr>
          <p:cNvPr id="475" name="TextBox 474"/>
          <p:cNvSpPr txBox="1"/>
          <p:nvPr/>
        </p:nvSpPr>
        <p:spPr>
          <a:xfrm>
            <a:off x="8299734" y="3128976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76" name="Rectangle 475"/>
          <p:cNvSpPr/>
          <p:nvPr/>
        </p:nvSpPr>
        <p:spPr>
          <a:xfrm>
            <a:off x="9656064" y="314401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77" name="Connector 476"/>
          <p:cNvCxnSpPr/>
          <p:nvPr/>
        </p:nvCxnSpPr>
        <p:spPr>
          <a:xfrm>
            <a:off x="8263158" y="3128976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8" name="Rectangle 477"/>
          <p:cNvSpPr/>
          <p:nvPr/>
        </p:nvSpPr>
        <p:spPr>
          <a:xfrm>
            <a:off x="7946136" y="325049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TextBox 478"/>
          <p:cNvSpPr txBox="1"/>
          <p:nvPr/>
        </p:nvSpPr>
        <p:spPr>
          <a:xfrm>
            <a:off x="7946136" y="325049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43</a:t>
            </a:r>
          </a:p>
        </p:txBody>
      </p:sp>
      <p:sp>
        <p:nvSpPr>
          <p:cNvPr id="480" name="TextBox 479"/>
          <p:cNvSpPr txBox="1"/>
          <p:nvPr/>
        </p:nvSpPr>
        <p:spPr>
          <a:xfrm>
            <a:off x="8299734" y="3250499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81" name="Rectangle 480"/>
          <p:cNvSpPr/>
          <p:nvPr/>
        </p:nvSpPr>
        <p:spPr>
          <a:xfrm>
            <a:off x="9656064" y="326554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2" name="Connector 481"/>
          <p:cNvCxnSpPr/>
          <p:nvPr/>
        </p:nvCxnSpPr>
        <p:spPr>
          <a:xfrm>
            <a:off x="8263158" y="3250499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3" name="Rectangle 482"/>
          <p:cNvSpPr/>
          <p:nvPr/>
        </p:nvSpPr>
        <p:spPr>
          <a:xfrm>
            <a:off x="7946136" y="337202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7946136" y="337202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44</a:t>
            </a:r>
          </a:p>
        </p:txBody>
      </p:sp>
      <p:sp>
        <p:nvSpPr>
          <p:cNvPr id="485" name="TextBox 484"/>
          <p:cNvSpPr txBox="1"/>
          <p:nvPr/>
        </p:nvSpPr>
        <p:spPr>
          <a:xfrm>
            <a:off x="8299734" y="3372022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86" name="Rectangle 485"/>
          <p:cNvSpPr/>
          <p:nvPr/>
        </p:nvSpPr>
        <p:spPr>
          <a:xfrm>
            <a:off x="9656064" y="338706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87" name="Connector 486"/>
          <p:cNvCxnSpPr/>
          <p:nvPr/>
        </p:nvCxnSpPr>
        <p:spPr>
          <a:xfrm>
            <a:off x="8263158" y="3372022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8" name="Rectangle 487"/>
          <p:cNvSpPr/>
          <p:nvPr/>
        </p:nvSpPr>
        <p:spPr>
          <a:xfrm>
            <a:off x="7946136" y="349354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TextBox 488"/>
          <p:cNvSpPr txBox="1"/>
          <p:nvPr/>
        </p:nvSpPr>
        <p:spPr>
          <a:xfrm>
            <a:off x="7946136" y="349354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45</a:t>
            </a:r>
          </a:p>
        </p:txBody>
      </p:sp>
      <p:sp>
        <p:nvSpPr>
          <p:cNvPr id="490" name="TextBox 489"/>
          <p:cNvSpPr txBox="1"/>
          <p:nvPr/>
        </p:nvSpPr>
        <p:spPr>
          <a:xfrm>
            <a:off x="8299734" y="3493545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91" name="Rectangle 490"/>
          <p:cNvSpPr/>
          <p:nvPr/>
        </p:nvSpPr>
        <p:spPr>
          <a:xfrm>
            <a:off x="9656064" y="350858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2" name="Connector 491"/>
          <p:cNvCxnSpPr/>
          <p:nvPr/>
        </p:nvCxnSpPr>
        <p:spPr>
          <a:xfrm>
            <a:off x="8263158" y="3493545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3" name="Rectangle 492"/>
          <p:cNvSpPr/>
          <p:nvPr/>
        </p:nvSpPr>
        <p:spPr>
          <a:xfrm>
            <a:off x="7946136" y="361506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7946136" y="361506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46</a:t>
            </a:r>
          </a:p>
        </p:txBody>
      </p:sp>
      <p:sp>
        <p:nvSpPr>
          <p:cNvPr id="495" name="TextBox 494"/>
          <p:cNvSpPr txBox="1"/>
          <p:nvPr/>
        </p:nvSpPr>
        <p:spPr>
          <a:xfrm>
            <a:off x="8299734" y="3615068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496" name="Rectangle 495"/>
          <p:cNvSpPr/>
          <p:nvPr/>
        </p:nvSpPr>
        <p:spPr>
          <a:xfrm>
            <a:off x="9656064" y="363010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497" name="Connector 496"/>
          <p:cNvCxnSpPr/>
          <p:nvPr/>
        </p:nvCxnSpPr>
        <p:spPr>
          <a:xfrm>
            <a:off x="8263158" y="3615068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8" name="Rectangle 497"/>
          <p:cNvSpPr/>
          <p:nvPr/>
        </p:nvSpPr>
        <p:spPr>
          <a:xfrm>
            <a:off x="7946136" y="3736591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TextBox 498"/>
          <p:cNvSpPr txBox="1"/>
          <p:nvPr/>
        </p:nvSpPr>
        <p:spPr>
          <a:xfrm>
            <a:off x="7946136" y="373659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47</a:t>
            </a:r>
          </a:p>
        </p:txBody>
      </p:sp>
      <p:sp>
        <p:nvSpPr>
          <p:cNvPr id="500" name="TextBox 499"/>
          <p:cNvSpPr txBox="1"/>
          <p:nvPr/>
        </p:nvSpPr>
        <p:spPr>
          <a:xfrm>
            <a:off x="8299734" y="3736591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01" name="Rectangle 500"/>
          <p:cNvSpPr/>
          <p:nvPr/>
        </p:nvSpPr>
        <p:spPr>
          <a:xfrm>
            <a:off x="9656064" y="375163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2" name="Connector 501"/>
          <p:cNvCxnSpPr/>
          <p:nvPr/>
        </p:nvCxnSpPr>
        <p:spPr>
          <a:xfrm>
            <a:off x="8263158" y="3736591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3" name="Rectangle 502"/>
          <p:cNvSpPr/>
          <p:nvPr/>
        </p:nvSpPr>
        <p:spPr>
          <a:xfrm>
            <a:off x="7946136" y="3858114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7946136" y="385811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48</a:t>
            </a:r>
          </a:p>
        </p:txBody>
      </p:sp>
      <p:sp>
        <p:nvSpPr>
          <p:cNvPr id="505" name="TextBox 504"/>
          <p:cNvSpPr txBox="1"/>
          <p:nvPr/>
        </p:nvSpPr>
        <p:spPr>
          <a:xfrm>
            <a:off x="8299734" y="3858114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06" name="Rectangle 505"/>
          <p:cNvSpPr/>
          <p:nvPr/>
        </p:nvSpPr>
        <p:spPr>
          <a:xfrm>
            <a:off x="9656064" y="387315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07" name="Connector 506"/>
          <p:cNvCxnSpPr/>
          <p:nvPr/>
        </p:nvCxnSpPr>
        <p:spPr>
          <a:xfrm>
            <a:off x="8263158" y="3858114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8" name="Rectangle 507"/>
          <p:cNvSpPr/>
          <p:nvPr/>
        </p:nvSpPr>
        <p:spPr>
          <a:xfrm>
            <a:off x="7946136" y="397963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TextBox 508"/>
          <p:cNvSpPr txBox="1"/>
          <p:nvPr/>
        </p:nvSpPr>
        <p:spPr>
          <a:xfrm>
            <a:off x="7946136" y="397963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49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8299734" y="3979637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11" name="Rectangle 510"/>
          <p:cNvSpPr/>
          <p:nvPr/>
        </p:nvSpPr>
        <p:spPr>
          <a:xfrm>
            <a:off x="9656064" y="399467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2" name="Connector 511"/>
          <p:cNvCxnSpPr/>
          <p:nvPr/>
        </p:nvCxnSpPr>
        <p:spPr>
          <a:xfrm>
            <a:off x="8263158" y="3979637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3" name="Rectangle 512"/>
          <p:cNvSpPr/>
          <p:nvPr/>
        </p:nvSpPr>
        <p:spPr>
          <a:xfrm>
            <a:off x="7946136" y="410116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7946136" y="410116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50</a:t>
            </a:r>
          </a:p>
        </p:txBody>
      </p:sp>
      <p:sp>
        <p:nvSpPr>
          <p:cNvPr id="515" name="TextBox 514"/>
          <p:cNvSpPr txBox="1"/>
          <p:nvPr/>
        </p:nvSpPr>
        <p:spPr>
          <a:xfrm>
            <a:off x="8299734" y="4101160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16" name="Rectangle 515"/>
          <p:cNvSpPr/>
          <p:nvPr/>
        </p:nvSpPr>
        <p:spPr>
          <a:xfrm>
            <a:off x="9656064" y="411620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17" name="Connector 516"/>
          <p:cNvCxnSpPr/>
          <p:nvPr/>
        </p:nvCxnSpPr>
        <p:spPr>
          <a:xfrm>
            <a:off x="8263158" y="4101160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8" name="Rectangle 517"/>
          <p:cNvSpPr/>
          <p:nvPr/>
        </p:nvSpPr>
        <p:spPr>
          <a:xfrm>
            <a:off x="7946136" y="422268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TextBox 518"/>
          <p:cNvSpPr txBox="1"/>
          <p:nvPr/>
        </p:nvSpPr>
        <p:spPr>
          <a:xfrm>
            <a:off x="7946136" y="422268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51</a:t>
            </a:r>
          </a:p>
        </p:txBody>
      </p:sp>
      <p:sp>
        <p:nvSpPr>
          <p:cNvPr id="520" name="TextBox 519"/>
          <p:cNvSpPr txBox="1"/>
          <p:nvPr/>
        </p:nvSpPr>
        <p:spPr>
          <a:xfrm>
            <a:off x="8299734" y="4222683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21" name="Rectangle 520"/>
          <p:cNvSpPr/>
          <p:nvPr/>
        </p:nvSpPr>
        <p:spPr>
          <a:xfrm>
            <a:off x="9656064" y="423772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2" name="Connector 521"/>
          <p:cNvCxnSpPr/>
          <p:nvPr/>
        </p:nvCxnSpPr>
        <p:spPr>
          <a:xfrm>
            <a:off x="8263158" y="4222683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3" name="Rectangle 522"/>
          <p:cNvSpPr/>
          <p:nvPr/>
        </p:nvSpPr>
        <p:spPr>
          <a:xfrm>
            <a:off x="7946136" y="434420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7946136" y="434420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52</a:t>
            </a:r>
          </a:p>
        </p:txBody>
      </p:sp>
      <p:sp>
        <p:nvSpPr>
          <p:cNvPr id="525" name="TextBox 524"/>
          <p:cNvSpPr txBox="1"/>
          <p:nvPr/>
        </p:nvSpPr>
        <p:spPr>
          <a:xfrm>
            <a:off x="8299734" y="4344206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26" name="Rectangle 525"/>
          <p:cNvSpPr/>
          <p:nvPr/>
        </p:nvSpPr>
        <p:spPr>
          <a:xfrm>
            <a:off x="9656064" y="435924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27" name="Connector 526"/>
          <p:cNvCxnSpPr/>
          <p:nvPr/>
        </p:nvCxnSpPr>
        <p:spPr>
          <a:xfrm>
            <a:off x="8263158" y="4344206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8" name="Rectangle 527"/>
          <p:cNvSpPr/>
          <p:nvPr/>
        </p:nvSpPr>
        <p:spPr>
          <a:xfrm>
            <a:off x="7946136" y="446572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TextBox 528"/>
          <p:cNvSpPr txBox="1"/>
          <p:nvPr/>
        </p:nvSpPr>
        <p:spPr>
          <a:xfrm>
            <a:off x="7946136" y="446572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53</a:t>
            </a:r>
          </a:p>
        </p:txBody>
      </p:sp>
      <p:sp>
        <p:nvSpPr>
          <p:cNvPr id="530" name="TextBox 529"/>
          <p:cNvSpPr txBox="1"/>
          <p:nvPr/>
        </p:nvSpPr>
        <p:spPr>
          <a:xfrm>
            <a:off x="8299734" y="4465729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31" name="Rectangle 530"/>
          <p:cNvSpPr/>
          <p:nvPr/>
        </p:nvSpPr>
        <p:spPr>
          <a:xfrm>
            <a:off x="9656064" y="448077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2" name="Connector 531"/>
          <p:cNvCxnSpPr/>
          <p:nvPr/>
        </p:nvCxnSpPr>
        <p:spPr>
          <a:xfrm>
            <a:off x="8263158" y="4465729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3" name="Rectangle 532"/>
          <p:cNvSpPr/>
          <p:nvPr/>
        </p:nvSpPr>
        <p:spPr>
          <a:xfrm>
            <a:off x="7946136" y="458725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7946136" y="458725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54</a:t>
            </a:r>
          </a:p>
        </p:txBody>
      </p:sp>
      <p:sp>
        <p:nvSpPr>
          <p:cNvPr id="535" name="TextBox 534"/>
          <p:cNvSpPr txBox="1"/>
          <p:nvPr/>
        </p:nvSpPr>
        <p:spPr>
          <a:xfrm>
            <a:off x="8299734" y="4587252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36" name="Rectangle 535"/>
          <p:cNvSpPr/>
          <p:nvPr/>
        </p:nvSpPr>
        <p:spPr>
          <a:xfrm>
            <a:off x="9656064" y="460229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37" name="Connector 536"/>
          <p:cNvCxnSpPr/>
          <p:nvPr/>
        </p:nvCxnSpPr>
        <p:spPr>
          <a:xfrm>
            <a:off x="8263158" y="4587252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8" name="Rectangle 537"/>
          <p:cNvSpPr/>
          <p:nvPr/>
        </p:nvSpPr>
        <p:spPr>
          <a:xfrm>
            <a:off x="7946136" y="470877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TextBox 538"/>
          <p:cNvSpPr txBox="1"/>
          <p:nvPr/>
        </p:nvSpPr>
        <p:spPr>
          <a:xfrm>
            <a:off x="7946136" y="470877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55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8299734" y="4708775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41" name="Rectangle 540"/>
          <p:cNvSpPr/>
          <p:nvPr/>
        </p:nvSpPr>
        <p:spPr>
          <a:xfrm>
            <a:off x="9656064" y="472381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2" name="Connector 541"/>
          <p:cNvCxnSpPr/>
          <p:nvPr/>
        </p:nvCxnSpPr>
        <p:spPr>
          <a:xfrm>
            <a:off x="8263158" y="4708775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3" name="Rectangle 542"/>
          <p:cNvSpPr/>
          <p:nvPr/>
        </p:nvSpPr>
        <p:spPr>
          <a:xfrm>
            <a:off x="7946136" y="483029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7946136" y="483029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8299734" y="4830298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46" name="Rectangle 545"/>
          <p:cNvSpPr/>
          <p:nvPr/>
        </p:nvSpPr>
        <p:spPr>
          <a:xfrm>
            <a:off x="9656064" y="484533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47" name="Connector 546"/>
          <p:cNvCxnSpPr/>
          <p:nvPr/>
        </p:nvCxnSpPr>
        <p:spPr>
          <a:xfrm>
            <a:off x="8263158" y="4830298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8" name="Rectangle 547"/>
          <p:cNvSpPr/>
          <p:nvPr/>
        </p:nvSpPr>
        <p:spPr>
          <a:xfrm>
            <a:off x="7946136" y="4951821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TextBox 548"/>
          <p:cNvSpPr txBox="1"/>
          <p:nvPr/>
        </p:nvSpPr>
        <p:spPr>
          <a:xfrm>
            <a:off x="7946136" y="495182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57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8299734" y="4951821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51" name="Rectangle 550"/>
          <p:cNvSpPr/>
          <p:nvPr/>
        </p:nvSpPr>
        <p:spPr>
          <a:xfrm>
            <a:off x="9656064" y="496686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2" name="Connector 551"/>
          <p:cNvCxnSpPr/>
          <p:nvPr/>
        </p:nvCxnSpPr>
        <p:spPr>
          <a:xfrm>
            <a:off x="8263158" y="4951821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3" name="Rectangle 552"/>
          <p:cNvSpPr/>
          <p:nvPr/>
        </p:nvSpPr>
        <p:spPr>
          <a:xfrm>
            <a:off x="7946136" y="5073344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TextBox 553"/>
          <p:cNvSpPr txBox="1"/>
          <p:nvPr/>
        </p:nvSpPr>
        <p:spPr>
          <a:xfrm>
            <a:off x="7946136" y="507334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58</a:t>
            </a:r>
          </a:p>
        </p:txBody>
      </p:sp>
      <p:sp>
        <p:nvSpPr>
          <p:cNvPr id="555" name="TextBox 554"/>
          <p:cNvSpPr txBox="1"/>
          <p:nvPr/>
        </p:nvSpPr>
        <p:spPr>
          <a:xfrm>
            <a:off x="8299734" y="5073344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56" name="Rectangle 555"/>
          <p:cNvSpPr/>
          <p:nvPr/>
        </p:nvSpPr>
        <p:spPr>
          <a:xfrm>
            <a:off x="9656064" y="508838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57" name="Connector 556"/>
          <p:cNvCxnSpPr/>
          <p:nvPr/>
        </p:nvCxnSpPr>
        <p:spPr>
          <a:xfrm>
            <a:off x="8263158" y="5073344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8" name="Rectangle 557"/>
          <p:cNvSpPr/>
          <p:nvPr/>
        </p:nvSpPr>
        <p:spPr>
          <a:xfrm>
            <a:off x="7946136" y="519486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TextBox 558"/>
          <p:cNvSpPr txBox="1"/>
          <p:nvPr/>
        </p:nvSpPr>
        <p:spPr>
          <a:xfrm>
            <a:off x="7946136" y="519486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59</a:t>
            </a:r>
          </a:p>
        </p:txBody>
      </p:sp>
      <p:sp>
        <p:nvSpPr>
          <p:cNvPr id="560" name="TextBox 559"/>
          <p:cNvSpPr txBox="1"/>
          <p:nvPr/>
        </p:nvSpPr>
        <p:spPr>
          <a:xfrm>
            <a:off x="8299734" y="5194867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61" name="Rectangle 560"/>
          <p:cNvSpPr/>
          <p:nvPr/>
        </p:nvSpPr>
        <p:spPr>
          <a:xfrm>
            <a:off x="9656064" y="520990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2" name="Connector 561"/>
          <p:cNvCxnSpPr/>
          <p:nvPr/>
        </p:nvCxnSpPr>
        <p:spPr>
          <a:xfrm>
            <a:off x="8263158" y="5194867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3" name="Rectangle 562"/>
          <p:cNvSpPr/>
          <p:nvPr/>
        </p:nvSpPr>
        <p:spPr>
          <a:xfrm>
            <a:off x="7946136" y="531639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TextBox 563"/>
          <p:cNvSpPr txBox="1"/>
          <p:nvPr/>
        </p:nvSpPr>
        <p:spPr>
          <a:xfrm>
            <a:off x="7946136" y="531639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60</a:t>
            </a:r>
          </a:p>
        </p:txBody>
      </p:sp>
      <p:sp>
        <p:nvSpPr>
          <p:cNvPr id="565" name="TextBox 564"/>
          <p:cNvSpPr txBox="1"/>
          <p:nvPr/>
        </p:nvSpPr>
        <p:spPr>
          <a:xfrm>
            <a:off x="8299734" y="5316390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66" name="Rectangle 565"/>
          <p:cNvSpPr/>
          <p:nvPr/>
        </p:nvSpPr>
        <p:spPr>
          <a:xfrm>
            <a:off x="9656064" y="533143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67" name="Connector 566"/>
          <p:cNvCxnSpPr/>
          <p:nvPr/>
        </p:nvCxnSpPr>
        <p:spPr>
          <a:xfrm>
            <a:off x="8263158" y="5316390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8" name="Rectangle 567"/>
          <p:cNvSpPr/>
          <p:nvPr/>
        </p:nvSpPr>
        <p:spPr>
          <a:xfrm>
            <a:off x="9811512" y="1621505"/>
            <a:ext cx="1865376" cy="170718"/>
          </a:xfrm>
          <a:prstGeom prst="rect">
            <a:avLst/>
          </a:prstGeom>
          <a:solidFill>
            <a:srgbClr val="F2E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TextBox 568"/>
          <p:cNvSpPr txBox="1"/>
          <p:nvPr/>
        </p:nvSpPr>
        <p:spPr>
          <a:xfrm>
            <a:off x="9811512" y="1621505"/>
            <a:ext cx="317022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Arial"/>
              </a:rPr>
              <a:t>Day</a:t>
            </a:r>
          </a:p>
        </p:txBody>
      </p:sp>
      <p:sp>
        <p:nvSpPr>
          <p:cNvPr id="570" name="TextBox 569"/>
          <p:cNvSpPr txBox="1"/>
          <p:nvPr/>
        </p:nvSpPr>
        <p:spPr>
          <a:xfrm>
            <a:off x="10165110" y="1621505"/>
            <a:ext cx="1292322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867" b="1">
                <a:solidFill>
                  <a:srgbClr val="555555"/>
                </a:solidFill>
                <a:latin typeface="Malgun Gothic"/>
              </a:rPr>
              <a:t>학습과목</a:t>
            </a:r>
          </a:p>
        </p:txBody>
      </p:sp>
      <p:sp>
        <p:nvSpPr>
          <p:cNvPr id="571" name="TextBox 570"/>
          <p:cNvSpPr txBox="1"/>
          <p:nvPr/>
        </p:nvSpPr>
        <p:spPr>
          <a:xfrm>
            <a:off x="11457432" y="1621505"/>
            <a:ext cx="219456" cy="170718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67" b="1">
                <a:solidFill>
                  <a:srgbClr val="555555"/>
                </a:solidFill>
                <a:latin typeface="Malgun Gothic"/>
              </a:rPr>
              <a:t>체크</a:t>
            </a:r>
          </a:p>
        </p:txBody>
      </p:sp>
      <p:sp>
        <p:nvSpPr>
          <p:cNvPr id="572" name="Rectangle 571"/>
          <p:cNvSpPr/>
          <p:nvPr/>
        </p:nvSpPr>
        <p:spPr>
          <a:xfrm>
            <a:off x="9811512" y="1792223"/>
            <a:ext cx="1865376" cy="364569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Rectangle 572"/>
          <p:cNvSpPr/>
          <p:nvPr/>
        </p:nvSpPr>
        <p:spPr>
          <a:xfrm>
            <a:off x="9811512" y="179222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TextBox 573"/>
          <p:cNvSpPr txBox="1"/>
          <p:nvPr/>
        </p:nvSpPr>
        <p:spPr>
          <a:xfrm>
            <a:off x="9811512" y="179222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61</a:t>
            </a:r>
          </a:p>
        </p:txBody>
      </p:sp>
      <p:sp>
        <p:nvSpPr>
          <p:cNvPr id="575" name="TextBox 574"/>
          <p:cNvSpPr txBox="1"/>
          <p:nvPr/>
        </p:nvSpPr>
        <p:spPr>
          <a:xfrm>
            <a:off x="10165110" y="1792223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76" name="Rectangle 575"/>
          <p:cNvSpPr/>
          <p:nvPr/>
        </p:nvSpPr>
        <p:spPr>
          <a:xfrm>
            <a:off x="11521440" y="180726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Rectangle 576"/>
          <p:cNvSpPr/>
          <p:nvPr/>
        </p:nvSpPr>
        <p:spPr>
          <a:xfrm>
            <a:off x="9811512" y="191374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TextBox 577"/>
          <p:cNvSpPr txBox="1"/>
          <p:nvPr/>
        </p:nvSpPr>
        <p:spPr>
          <a:xfrm>
            <a:off x="9811512" y="191374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62</a:t>
            </a:r>
          </a:p>
        </p:txBody>
      </p:sp>
      <p:sp>
        <p:nvSpPr>
          <p:cNvPr id="579" name="TextBox 578"/>
          <p:cNvSpPr txBox="1"/>
          <p:nvPr/>
        </p:nvSpPr>
        <p:spPr>
          <a:xfrm>
            <a:off x="10165110" y="1913746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80" name="Rectangle 579"/>
          <p:cNvSpPr/>
          <p:nvPr/>
        </p:nvSpPr>
        <p:spPr>
          <a:xfrm>
            <a:off x="11521440" y="192878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81" name="Connector 580"/>
          <p:cNvCxnSpPr/>
          <p:nvPr/>
        </p:nvCxnSpPr>
        <p:spPr>
          <a:xfrm>
            <a:off x="10128534" y="1913746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2" name="Rectangle 581"/>
          <p:cNvSpPr/>
          <p:nvPr/>
        </p:nvSpPr>
        <p:spPr>
          <a:xfrm>
            <a:off x="9811512" y="203526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TextBox 582"/>
          <p:cNvSpPr txBox="1"/>
          <p:nvPr/>
        </p:nvSpPr>
        <p:spPr>
          <a:xfrm>
            <a:off x="9811512" y="203526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63</a:t>
            </a:r>
          </a:p>
        </p:txBody>
      </p:sp>
      <p:sp>
        <p:nvSpPr>
          <p:cNvPr id="584" name="TextBox 583"/>
          <p:cNvSpPr txBox="1"/>
          <p:nvPr/>
        </p:nvSpPr>
        <p:spPr>
          <a:xfrm>
            <a:off x="10165110" y="2035269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85" name="Rectangle 584"/>
          <p:cNvSpPr/>
          <p:nvPr/>
        </p:nvSpPr>
        <p:spPr>
          <a:xfrm>
            <a:off x="11521440" y="205031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86" name="Connector 585"/>
          <p:cNvCxnSpPr/>
          <p:nvPr/>
        </p:nvCxnSpPr>
        <p:spPr>
          <a:xfrm>
            <a:off x="10128534" y="2035269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7" name="Rectangle 586"/>
          <p:cNvSpPr/>
          <p:nvPr/>
        </p:nvSpPr>
        <p:spPr>
          <a:xfrm>
            <a:off x="9811512" y="215679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TextBox 587"/>
          <p:cNvSpPr txBox="1"/>
          <p:nvPr/>
        </p:nvSpPr>
        <p:spPr>
          <a:xfrm>
            <a:off x="9811512" y="215679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64</a:t>
            </a:r>
          </a:p>
        </p:txBody>
      </p:sp>
      <p:sp>
        <p:nvSpPr>
          <p:cNvPr id="589" name="TextBox 588"/>
          <p:cNvSpPr txBox="1"/>
          <p:nvPr/>
        </p:nvSpPr>
        <p:spPr>
          <a:xfrm>
            <a:off x="10165110" y="2156792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90" name="Rectangle 589"/>
          <p:cNvSpPr/>
          <p:nvPr/>
        </p:nvSpPr>
        <p:spPr>
          <a:xfrm>
            <a:off x="11521440" y="217183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1" name="Connector 590"/>
          <p:cNvCxnSpPr/>
          <p:nvPr/>
        </p:nvCxnSpPr>
        <p:spPr>
          <a:xfrm>
            <a:off x="10128534" y="2156792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2" name="Rectangle 591"/>
          <p:cNvSpPr/>
          <p:nvPr/>
        </p:nvSpPr>
        <p:spPr>
          <a:xfrm>
            <a:off x="9811512" y="227831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9811512" y="227831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65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10165110" y="2278315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595" name="Rectangle 594"/>
          <p:cNvSpPr/>
          <p:nvPr/>
        </p:nvSpPr>
        <p:spPr>
          <a:xfrm>
            <a:off x="11521440" y="229335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96" name="Connector 595"/>
          <p:cNvCxnSpPr/>
          <p:nvPr/>
        </p:nvCxnSpPr>
        <p:spPr>
          <a:xfrm>
            <a:off x="10128534" y="2278315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7" name="Rectangle 596"/>
          <p:cNvSpPr/>
          <p:nvPr/>
        </p:nvSpPr>
        <p:spPr>
          <a:xfrm>
            <a:off x="9811512" y="239983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8" name="TextBox 597"/>
          <p:cNvSpPr txBox="1"/>
          <p:nvPr/>
        </p:nvSpPr>
        <p:spPr>
          <a:xfrm>
            <a:off x="9811512" y="239983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66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0165110" y="2399838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00" name="Rectangle 599"/>
          <p:cNvSpPr/>
          <p:nvPr/>
        </p:nvSpPr>
        <p:spPr>
          <a:xfrm>
            <a:off x="11521440" y="241487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1" name="Connector 600"/>
          <p:cNvCxnSpPr/>
          <p:nvPr/>
        </p:nvCxnSpPr>
        <p:spPr>
          <a:xfrm>
            <a:off x="10128534" y="2399838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2" name="Rectangle 601"/>
          <p:cNvSpPr/>
          <p:nvPr/>
        </p:nvSpPr>
        <p:spPr>
          <a:xfrm>
            <a:off x="9811512" y="2521361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3" name="TextBox 602"/>
          <p:cNvSpPr txBox="1"/>
          <p:nvPr/>
        </p:nvSpPr>
        <p:spPr>
          <a:xfrm>
            <a:off x="9811512" y="252136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67</a:t>
            </a:r>
          </a:p>
        </p:txBody>
      </p:sp>
      <p:sp>
        <p:nvSpPr>
          <p:cNvPr id="604" name="TextBox 603"/>
          <p:cNvSpPr txBox="1"/>
          <p:nvPr/>
        </p:nvSpPr>
        <p:spPr>
          <a:xfrm>
            <a:off x="10165110" y="2521361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05" name="Rectangle 604"/>
          <p:cNvSpPr/>
          <p:nvPr/>
        </p:nvSpPr>
        <p:spPr>
          <a:xfrm>
            <a:off x="11521440" y="253640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06" name="Connector 605"/>
          <p:cNvCxnSpPr/>
          <p:nvPr/>
        </p:nvCxnSpPr>
        <p:spPr>
          <a:xfrm>
            <a:off x="10128534" y="2521361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7" name="Rectangle 606"/>
          <p:cNvSpPr/>
          <p:nvPr/>
        </p:nvSpPr>
        <p:spPr>
          <a:xfrm>
            <a:off x="9811512" y="2642884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8" name="TextBox 607"/>
          <p:cNvSpPr txBox="1"/>
          <p:nvPr/>
        </p:nvSpPr>
        <p:spPr>
          <a:xfrm>
            <a:off x="9811512" y="264288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68</a:t>
            </a:r>
          </a:p>
        </p:txBody>
      </p:sp>
      <p:sp>
        <p:nvSpPr>
          <p:cNvPr id="609" name="TextBox 608"/>
          <p:cNvSpPr txBox="1"/>
          <p:nvPr/>
        </p:nvSpPr>
        <p:spPr>
          <a:xfrm>
            <a:off x="10165110" y="2642884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10" name="Rectangle 609"/>
          <p:cNvSpPr/>
          <p:nvPr/>
        </p:nvSpPr>
        <p:spPr>
          <a:xfrm>
            <a:off x="11521440" y="265792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1" name="Connector 610"/>
          <p:cNvCxnSpPr/>
          <p:nvPr/>
        </p:nvCxnSpPr>
        <p:spPr>
          <a:xfrm>
            <a:off x="10128534" y="2642884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2" name="Rectangle 611"/>
          <p:cNvSpPr/>
          <p:nvPr/>
        </p:nvSpPr>
        <p:spPr>
          <a:xfrm>
            <a:off x="9811512" y="276440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3" name="TextBox 612"/>
          <p:cNvSpPr txBox="1"/>
          <p:nvPr/>
        </p:nvSpPr>
        <p:spPr>
          <a:xfrm>
            <a:off x="9811512" y="276440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69</a:t>
            </a:r>
          </a:p>
        </p:txBody>
      </p:sp>
      <p:sp>
        <p:nvSpPr>
          <p:cNvPr id="614" name="TextBox 613"/>
          <p:cNvSpPr txBox="1"/>
          <p:nvPr/>
        </p:nvSpPr>
        <p:spPr>
          <a:xfrm>
            <a:off x="10165110" y="2764407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15" name="Rectangle 614"/>
          <p:cNvSpPr/>
          <p:nvPr/>
        </p:nvSpPr>
        <p:spPr>
          <a:xfrm>
            <a:off x="11521440" y="277944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16" name="Connector 615"/>
          <p:cNvCxnSpPr/>
          <p:nvPr/>
        </p:nvCxnSpPr>
        <p:spPr>
          <a:xfrm>
            <a:off x="10128534" y="2764407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7" name="Rectangle 616"/>
          <p:cNvSpPr/>
          <p:nvPr/>
        </p:nvSpPr>
        <p:spPr>
          <a:xfrm>
            <a:off x="9811512" y="288593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8" name="TextBox 617"/>
          <p:cNvSpPr txBox="1"/>
          <p:nvPr/>
        </p:nvSpPr>
        <p:spPr>
          <a:xfrm>
            <a:off x="9811512" y="288593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70</a:t>
            </a:r>
          </a:p>
        </p:txBody>
      </p:sp>
      <p:sp>
        <p:nvSpPr>
          <p:cNvPr id="619" name="TextBox 618"/>
          <p:cNvSpPr txBox="1"/>
          <p:nvPr/>
        </p:nvSpPr>
        <p:spPr>
          <a:xfrm>
            <a:off x="10165110" y="2885930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20" name="Rectangle 619"/>
          <p:cNvSpPr/>
          <p:nvPr/>
        </p:nvSpPr>
        <p:spPr>
          <a:xfrm>
            <a:off x="11521440" y="290097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1" name="Connector 620"/>
          <p:cNvCxnSpPr/>
          <p:nvPr/>
        </p:nvCxnSpPr>
        <p:spPr>
          <a:xfrm>
            <a:off x="10128534" y="2885930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2" name="Rectangle 621"/>
          <p:cNvSpPr/>
          <p:nvPr/>
        </p:nvSpPr>
        <p:spPr>
          <a:xfrm>
            <a:off x="9811512" y="300745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3" name="TextBox 622"/>
          <p:cNvSpPr txBox="1"/>
          <p:nvPr/>
        </p:nvSpPr>
        <p:spPr>
          <a:xfrm>
            <a:off x="9811512" y="300745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71</a:t>
            </a:r>
          </a:p>
        </p:txBody>
      </p:sp>
      <p:sp>
        <p:nvSpPr>
          <p:cNvPr id="624" name="TextBox 623"/>
          <p:cNvSpPr txBox="1"/>
          <p:nvPr/>
        </p:nvSpPr>
        <p:spPr>
          <a:xfrm>
            <a:off x="10165110" y="3007453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25" name="Rectangle 624"/>
          <p:cNvSpPr/>
          <p:nvPr/>
        </p:nvSpPr>
        <p:spPr>
          <a:xfrm>
            <a:off x="11521440" y="302249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26" name="Connector 625"/>
          <p:cNvCxnSpPr/>
          <p:nvPr/>
        </p:nvCxnSpPr>
        <p:spPr>
          <a:xfrm>
            <a:off x="10128534" y="3007453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7" name="Rectangle 626"/>
          <p:cNvSpPr/>
          <p:nvPr/>
        </p:nvSpPr>
        <p:spPr>
          <a:xfrm>
            <a:off x="9811512" y="312897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8" name="TextBox 627"/>
          <p:cNvSpPr txBox="1"/>
          <p:nvPr/>
        </p:nvSpPr>
        <p:spPr>
          <a:xfrm>
            <a:off x="9811512" y="312897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72</a:t>
            </a:r>
          </a:p>
        </p:txBody>
      </p:sp>
      <p:sp>
        <p:nvSpPr>
          <p:cNvPr id="629" name="TextBox 628"/>
          <p:cNvSpPr txBox="1"/>
          <p:nvPr/>
        </p:nvSpPr>
        <p:spPr>
          <a:xfrm>
            <a:off x="10165110" y="3128976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30" name="Rectangle 629"/>
          <p:cNvSpPr/>
          <p:nvPr/>
        </p:nvSpPr>
        <p:spPr>
          <a:xfrm>
            <a:off x="11521440" y="314401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1" name="Connector 630"/>
          <p:cNvCxnSpPr/>
          <p:nvPr/>
        </p:nvCxnSpPr>
        <p:spPr>
          <a:xfrm>
            <a:off x="10128534" y="3128976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2" name="Rectangle 631"/>
          <p:cNvSpPr/>
          <p:nvPr/>
        </p:nvSpPr>
        <p:spPr>
          <a:xfrm>
            <a:off x="9811512" y="325049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3" name="TextBox 632"/>
          <p:cNvSpPr txBox="1"/>
          <p:nvPr/>
        </p:nvSpPr>
        <p:spPr>
          <a:xfrm>
            <a:off x="9811512" y="325049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73</a:t>
            </a:r>
          </a:p>
        </p:txBody>
      </p:sp>
      <p:sp>
        <p:nvSpPr>
          <p:cNvPr id="634" name="TextBox 633"/>
          <p:cNvSpPr txBox="1"/>
          <p:nvPr/>
        </p:nvSpPr>
        <p:spPr>
          <a:xfrm>
            <a:off x="10165110" y="3250499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35" name="Rectangle 634"/>
          <p:cNvSpPr/>
          <p:nvPr/>
        </p:nvSpPr>
        <p:spPr>
          <a:xfrm>
            <a:off x="11521440" y="326554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36" name="Connector 635"/>
          <p:cNvCxnSpPr/>
          <p:nvPr/>
        </p:nvCxnSpPr>
        <p:spPr>
          <a:xfrm>
            <a:off x="10128534" y="3250499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7" name="Rectangle 636"/>
          <p:cNvSpPr/>
          <p:nvPr/>
        </p:nvSpPr>
        <p:spPr>
          <a:xfrm>
            <a:off x="9811512" y="337202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8" name="TextBox 637"/>
          <p:cNvSpPr txBox="1"/>
          <p:nvPr/>
        </p:nvSpPr>
        <p:spPr>
          <a:xfrm>
            <a:off x="9811512" y="337202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74</a:t>
            </a:r>
          </a:p>
        </p:txBody>
      </p:sp>
      <p:sp>
        <p:nvSpPr>
          <p:cNvPr id="639" name="TextBox 638"/>
          <p:cNvSpPr txBox="1"/>
          <p:nvPr/>
        </p:nvSpPr>
        <p:spPr>
          <a:xfrm>
            <a:off x="10165110" y="3372022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40" name="Rectangle 639"/>
          <p:cNvSpPr/>
          <p:nvPr/>
        </p:nvSpPr>
        <p:spPr>
          <a:xfrm>
            <a:off x="11521440" y="338706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41" name="Connector 640"/>
          <p:cNvCxnSpPr/>
          <p:nvPr/>
        </p:nvCxnSpPr>
        <p:spPr>
          <a:xfrm>
            <a:off x="10128534" y="3372022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2" name="Rectangle 641"/>
          <p:cNvSpPr/>
          <p:nvPr/>
        </p:nvSpPr>
        <p:spPr>
          <a:xfrm>
            <a:off x="9811512" y="349354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3" name="TextBox 642"/>
          <p:cNvSpPr txBox="1"/>
          <p:nvPr/>
        </p:nvSpPr>
        <p:spPr>
          <a:xfrm>
            <a:off x="9811512" y="349354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75</a:t>
            </a:r>
          </a:p>
        </p:txBody>
      </p:sp>
      <p:sp>
        <p:nvSpPr>
          <p:cNvPr id="644" name="TextBox 643"/>
          <p:cNvSpPr txBox="1"/>
          <p:nvPr/>
        </p:nvSpPr>
        <p:spPr>
          <a:xfrm>
            <a:off x="10165110" y="3493545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45" name="Rectangle 644"/>
          <p:cNvSpPr/>
          <p:nvPr/>
        </p:nvSpPr>
        <p:spPr>
          <a:xfrm>
            <a:off x="11521440" y="350858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46" name="Connector 645"/>
          <p:cNvCxnSpPr/>
          <p:nvPr/>
        </p:nvCxnSpPr>
        <p:spPr>
          <a:xfrm>
            <a:off x="10128534" y="3493545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7" name="Rectangle 646"/>
          <p:cNvSpPr/>
          <p:nvPr/>
        </p:nvSpPr>
        <p:spPr>
          <a:xfrm>
            <a:off x="9811512" y="361506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8" name="TextBox 647"/>
          <p:cNvSpPr txBox="1"/>
          <p:nvPr/>
        </p:nvSpPr>
        <p:spPr>
          <a:xfrm>
            <a:off x="9811512" y="361506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76</a:t>
            </a:r>
          </a:p>
        </p:txBody>
      </p:sp>
      <p:sp>
        <p:nvSpPr>
          <p:cNvPr id="649" name="TextBox 648"/>
          <p:cNvSpPr txBox="1"/>
          <p:nvPr/>
        </p:nvSpPr>
        <p:spPr>
          <a:xfrm>
            <a:off x="10165110" y="3615068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50" name="Rectangle 649"/>
          <p:cNvSpPr/>
          <p:nvPr/>
        </p:nvSpPr>
        <p:spPr>
          <a:xfrm>
            <a:off x="11521440" y="363010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1" name="Connector 650"/>
          <p:cNvCxnSpPr/>
          <p:nvPr/>
        </p:nvCxnSpPr>
        <p:spPr>
          <a:xfrm>
            <a:off x="10128534" y="3615068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2" name="Rectangle 651"/>
          <p:cNvSpPr/>
          <p:nvPr/>
        </p:nvSpPr>
        <p:spPr>
          <a:xfrm>
            <a:off x="9811512" y="3736591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3" name="TextBox 652"/>
          <p:cNvSpPr txBox="1"/>
          <p:nvPr/>
        </p:nvSpPr>
        <p:spPr>
          <a:xfrm>
            <a:off x="9811512" y="373659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77</a:t>
            </a:r>
          </a:p>
        </p:txBody>
      </p:sp>
      <p:sp>
        <p:nvSpPr>
          <p:cNvPr id="654" name="TextBox 653"/>
          <p:cNvSpPr txBox="1"/>
          <p:nvPr/>
        </p:nvSpPr>
        <p:spPr>
          <a:xfrm>
            <a:off x="10165110" y="3736591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55" name="Rectangle 654"/>
          <p:cNvSpPr/>
          <p:nvPr/>
        </p:nvSpPr>
        <p:spPr>
          <a:xfrm>
            <a:off x="11521440" y="375163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56" name="Connector 655"/>
          <p:cNvCxnSpPr/>
          <p:nvPr/>
        </p:nvCxnSpPr>
        <p:spPr>
          <a:xfrm>
            <a:off x="10128534" y="3736591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7" name="Rectangle 656"/>
          <p:cNvSpPr/>
          <p:nvPr/>
        </p:nvSpPr>
        <p:spPr>
          <a:xfrm>
            <a:off x="9811512" y="3858114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8" name="TextBox 657"/>
          <p:cNvSpPr txBox="1"/>
          <p:nvPr/>
        </p:nvSpPr>
        <p:spPr>
          <a:xfrm>
            <a:off x="9811512" y="385811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78</a:t>
            </a:r>
          </a:p>
        </p:txBody>
      </p:sp>
      <p:sp>
        <p:nvSpPr>
          <p:cNvPr id="659" name="TextBox 658"/>
          <p:cNvSpPr txBox="1"/>
          <p:nvPr/>
        </p:nvSpPr>
        <p:spPr>
          <a:xfrm>
            <a:off x="10165110" y="3858114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60" name="Rectangle 659"/>
          <p:cNvSpPr/>
          <p:nvPr/>
        </p:nvSpPr>
        <p:spPr>
          <a:xfrm>
            <a:off x="11521440" y="387315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1" name="Connector 660"/>
          <p:cNvCxnSpPr/>
          <p:nvPr/>
        </p:nvCxnSpPr>
        <p:spPr>
          <a:xfrm>
            <a:off x="10128534" y="3858114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2" name="Rectangle 661"/>
          <p:cNvSpPr/>
          <p:nvPr/>
        </p:nvSpPr>
        <p:spPr>
          <a:xfrm>
            <a:off x="9811512" y="397963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3" name="TextBox 662"/>
          <p:cNvSpPr txBox="1"/>
          <p:nvPr/>
        </p:nvSpPr>
        <p:spPr>
          <a:xfrm>
            <a:off x="9811512" y="397963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79</a:t>
            </a:r>
          </a:p>
        </p:txBody>
      </p:sp>
      <p:sp>
        <p:nvSpPr>
          <p:cNvPr id="664" name="TextBox 663"/>
          <p:cNvSpPr txBox="1"/>
          <p:nvPr/>
        </p:nvSpPr>
        <p:spPr>
          <a:xfrm>
            <a:off x="10165110" y="3979637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65" name="Rectangle 664"/>
          <p:cNvSpPr/>
          <p:nvPr/>
        </p:nvSpPr>
        <p:spPr>
          <a:xfrm>
            <a:off x="11521440" y="399467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66" name="Connector 665"/>
          <p:cNvCxnSpPr/>
          <p:nvPr/>
        </p:nvCxnSpPr>
        <p:spPr>
          <a:xfrm>
            <a:off x="10128534" y="3979637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7" name="Rectangle 666"/>
          <p:cNvSpPr/>
          <p:nvPr/>
        </p:nvSpPr>
        <p:spPr>
          <a:xfrm>
            <a:off x="9811512" y="410116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8" name="TextBox 667"/>
          <p:cNvSpPr txBox="1"/>
          <p:nvPr/>
        </p:nvSpPr>
        <p:spPr>
          <a:xfrm>
            <a:off x="9811512" y="410116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80</a:t>
            </a:r>
          </a:p>
        </p:txBody>
      </p:sp>
      <p:sp>
        <p:nvSpPr>
          <p:cNvPr id="669" name="TextBox 668"/>
          <p:cNvSpPr txBox="1"/>
          <p:nvPr/>
        </p:nvSpPr>
        <p:spPr>
          <a:xfrm>
            <a:off x="10165110" y="4101160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70" name="Rectangle 669"/>
          <p:cNvSpPr/>
          <p:nvPr/>
        </p:nvSpPr>
        <p:spPr>
          <a:xfrm>
            <a:off x="11521440" y="411620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1" name="Connector 670"/>
          <p:cNvCxnSpPr/>
          <p:nvPr/>
        </p:nvCxnSpPr>
        <p:spPr>
          <a:xfrm>
            <a:off x="10128534" y="4101160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2" name="Rectangle 671"/>
          <p:cNvSpPr/>
          <p:nvPr/>
        </p:nvSpPr>
        <p:spPr>
          <a:xfrm>
            <a:off x="9811512" y="4222683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3" name="TextBox 672"/>
          <p:cNvSpPr txBox="1"/>
          <p:nvPr/>
        </p:nvSpPr>
        <p:spPr>
          <a:xfrm>
            <a:off x="9811512" y="4222683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81</a:t>
            </a:r>
          </a:p>
        </p:txBody>
      </p:sp>
      <p:sp>
        <p:nvSpPr>
          <p:cNvPr id="674" name="TextBox 673"/>
          <p:cNvSpPr txBox="1"/>
          <p:nvPr/>
        </p:nvSpPr>
        <p:spPr>
          <a:xfrm>
            <a:off x="10165110" y="4222683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75" name="Rectangle 674"/>
          <p:cNvSpPr/>
          <p:nvPr/>
        </p:nvSpPr>
        <p:spPr>
          <a:xfrm>
            <a:off x="11521440" y="4237724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76" name="Connector 675"/>
          <p:cNvCxnSpPr/>
          <p:nvPr/>
        </p:nvCxnSpPr>
        <p:spPr>
          <a:xfrm>
            <a:off x="10128534" y="4222683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7" name="Rectangle 676"/>
          <p:cNvSpPr/>
          <p:nvPr/>
        </p:nvSpPr>
        <p:spPr>
          <a:xfrm>
            <a:off x="9811512" y="4344206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8" name="TextBox 677"/>
          <p:cNvSpPr txBox="1"/>
          <p:nvPr/>
        </p:nvSpPr>
        <p:spPr>
          <a:xfrm>
            <a:off x="9811512" y="4344206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82</a:t>
            </a:r>
          </a:p>
        </p:txBody>
      </p:sp>
      <p:sp>
        <p:nvSpPr>
          <p:cNvPr id="679" name="TextBox 678"/>
          <p:cNvSpPr txBox="1"/>
          <p:nvPr/>
        </p:nvSpPr>
        <p:spPr>
          <a:xfrm>
            <a:off x="10165110" y="4344206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80" name="Rectangle 679"/>
          <p:cNvSpPr/>
          <p:nvPr/>
        </p:nvSpPr>
        <p:spPr>
          <a:xfrm>
            <a:off x="11521440" y="4359247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1" name="Connector 680"/>
          <p:cNvCxnSpPr/>
          <p:nvPr/>
        </p:nvCxnSpPr>
        <p:spPr>
          <a:xfrm>
            <a:off x="10128534" y="4344206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2" name="Rectangle 681"/>
          <p:cNvSpPr/>
          <p:nvPr/>
        </p:nvSpPr>
        <p:spPr>
          <a:xfrm>
            <a:off x="9811512" y="4465729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3" name="TextBox 682"/>
          <p:cNvSpPr txBox="1"/>
          <p:nvPr/>
        </p:nvSpPr>
        <p:spPr>
          <a:xfrm>
            <a:off x="9811512" y="4465729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83</a:t>
            </a:r>
          </a:p>
        </p:txBody>
      </p:sp>
      <p:sp>
        <p:nvSpPr>
          <p:cNvPr id="684" name="TextBox 683"/>
          <p:cNvSpPr txBox="1"/>
          <p:nvPr/>
        </p:nvSpPr>
        <p:spPr>
          <a:xfrm>
            <a:off x="10165110" y="4465729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85" name="Rectangle 684"/>
          <p:cNvSpPr/>
          <p:nvPr/>
        </p:nvSpPr>
        <p:spPr>
          <a:xfrm>
            <a:off x="11521440" y="4480770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86" name="Connector 685"/>
          <p:cNvCxnSpPr/>
          <p:nvPr/>
        </p:nvCxnSpPr>
        <p:spPr>
          <a:xfrm>
            <a:off x="10128534" y="4465729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7" name="Rectangle 686"/>
          <p:cNvSpPr/>
          <p:nvPr/>
        </p:nvSpPr>
        <p:spPr>
          <a:xfrm>
            <a:off x="9811512" y="4587252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8" name="TextBox 687"/>
          <p:cNvSpPr txBox="1"/>
          <p:nvPr/>
        </p:nvSpPr>
        <p:spPr>
          <a:xfrm>
            <a:off x="9811512" y="4587252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84</a:t>
            </a:r>
          </a:p>
        </p:txBody>
      </p:sp>
      <p:sp>
        <p:nvSpPr>
          <p:cNvPr id="689" name="TextBox 688"/>
          <p:cNvSpPr txBox="1"/>
          <p:nvPr/>
        </p:nvSpPr>
        <p:spPr>
          <a:xfrm>
            <a:off x="10165110" y="4587252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90" name="Rectangle 689"/>
          <p:cNvSpPr/>
          <p:nvPr/>
        </p:nvSpPr>
        <p:spPr>
          <a:xfrm>
            <a:off x="11521440" y="4602293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1" name="Connector 690"/>
          <p:cNvCxnSpPr/>
          <p:nvPr/>
        </p:nvCxnSpPr>
        <p:spPr>
          <a:xfrm>
            <a:off x="10128534" y="4587252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2" name="Rectangle 691"/>
          <p:cNvSpPr/>
          <p:nvPr/>
        </p:nvSpPr>
        <p:spPr>
          <a:xfrm>
            <a:off x="9811512" y="4708775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3" name="TextBox 692"/>
          <p:cNvSpPr txBox="1"/>
          <p:nvPr/>
        </p:nvSpPr>
        <p:spPr>
          <a:xfrm>
            <a:off x="9811512" y="4708775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85</a:t>
            </a:r>
          </a:p>
        </p:txBody>
      </p:sp>
      <p:sp>
        <p:nvSpPr>
          <p:cNvPr id="694" name="TextBox 693"/>
          <p:cNvSpPr txBox="1"/>
          <p:nvPr/>
        </p:nvSpPr>
        <p:spPr>
          <a:xfrm>
            <a:off x="10165110" y="4708775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695" name="Rectangle 694"/>
          <p:cNvSpPr/>
          <p:nvPr/>
        </p:nvSpPr>
        <p:spPr>
          <a:xfrm>
            <a:off x="11521440" y="4723816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696" name="Connector 695"/>
          <p:cNvCxnSpPr/>
          <p:nvPr/>
        </p:nvCxnSpPr>
        <p:spPr>
          <a:xfrm>
            <a:off x="10128534" y="4708775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97" name="Rectangle 696"/>
          <p:cNvSpPr/>
          <p:nvPr/>
        </p:nvSpPr>
        <p:spPr>
          <a:xfrm>
            <a:off x="9811512" y="4830298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8" name="TextBox 697"/>
          <p:cNvSpPr txBox="1"/>
          <p:nvPr/>
        </p:nvSpPr>
        <p:spPr>
          <a:xfrm>
            <a:off x="9811512" y="4830298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86</a:t>
            </a:r>
          </a:p>
        </p:txBody>
      </p:sp>
      <p:sp>
        <p:nvSpPr>
          <p:cNvPr id="699" name="TextBox 698"/>
          <p:cNvSpPr txBox="1"/>
          <p:nvPr/>
        </p:nvSpPr>
        <p:spPr>
          <a:xfrm>
            <a:off x="10165110" y="4830298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700" name="Rectangle 699"/>
          <p:cNvSpPr/>
          <p:nvPr/>
        </p:nvSpPr>
        <p:spPr>
          <a:xfrm>
            <a:off x="11521440" y="4845339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1" name="Connector 700"/>
          <p:cNvCxnSpPr/>
          <p:nvPr/>
        </p:nvCxnSpPr>
        <p:spPr>
          <a:xfrm>
            <a:off x="10128534" y="4830298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2" name="Rectangle 701"/>
          <p:cNvSpPr/>
          <p:nvPr/>
        </p:nvSpPr>
        <p:spPr>
          <a:xfrm>
            <a:off x="9811512" y="4951821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3" name="TextBox 702"/>
          <p:cNvSpPr txBox="1"/>
          <p:nvPr/>
        </p:nvSpPr>
        <p:spPr>
          <a:xfrm>
            <a:off x="9811512" y="4951821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87</a:t>
            </a:r>
          </a:p>
        </p:txBody>
      </p:sp>
      <p:sp>
        <p:nvSpPr>
          <p:cNvPr id="704" name="TextBox 703"/>
          <p:cNvSpPr txBox="1"/>
          <p:nvPr/>
        </p:nvSpPr>
        <p:spPr>
          <a:xfrm>
            <a:off x="10165110" y="4951821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705" name="Rectangle 704"/>
          <p:cNvSpPr/>
          <p:nvPr/>
        </p:nvSpPr>
        <p:spPr>
          <a:xfrm>
            <a:off x="11521440" y="4966862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06" name="Connector 705"/>
          <p:cNvCxnSpPr/>
          <p:nvPr/>
        </p:nvCxnSpPr>
        <p:spPr>
          <a:xfrm>
            <a:off x="10128534" y="4951821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7" name="Rectangle 706"/>
          <p:cNvSpPr/>
          <p:nvPr/>
        </p:nvSpPr>
        <p:spPr>
          <a:xfrm>
            <a:off x="9811512" y="5073344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8" name="TextBox 707"/>
          <p:cNvSpPr txBox="1"/>
          <p:nvPr/>
        </p:nvSpPr>
        <p:spPr>
          <a:xfrm>
            <a:off x="9811512" y="5073344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88</a:t>
            </a:r>
          </a:p>
        </p:txBody>
      </p:sp>
      <p:sp>
        <p:nvSpPr>
          <p:cNvPr id="709" name="TextBox 708"/>
          <p:cNvSpPr txBox="1"/>
          <p:nvPr/>
        </p:nvSpPr>
        <p:spPr>
          <a:xfrm>
            <a:off x="10165110" y="5073344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710" name="Rectangle 709"/>
          <p:cNvSpPr/>
          <p:nvPr/>
        </p:nvSpPr>
        <p:spPr>
          <a:xfrm>
            <a:off x="11521440" y="5088385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1" name="Connector 710"/>
          <p:cNvCxnSpPr/>
          <p:nvPr/>
        </p:nvCxnSpPr>
        <p:spPr>
          <a:xfrm>
            <a:off x="10128534" y="5073344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2" name="Rectangle 711"/>
          <p:cNvSpPr/>
          <p:nvPr/>
        </p:nvSpPr>
        <p:spPr>
          <a:xfrm>
            <a:off x="9811512" y="5194867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3" name="TextBox 712"/>
          <p:cNvSpPr txBox="1"/>
          <p:nvPr/>
        </p:nvSpPr>
        <p:spPr>
          <a:xfrm>
            <a:off x="9811512" y="5194867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89</a:t>
            </a:r>
          </a:p>
        </p:txBody>
      </p:sp>
      <p:sp>
        <p:nvSpPr>
          <p:cNvPr id="714" name="TextBox 713"/>
          <p:cNvSpPr txBox="1"/>
          <p:nvPr/>
        </p:nvSpPr>
        <p:spPr>
          <a:xfrm>
            <a:off x="10165110" y="5194867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715" name="Rectangle 714"/>
          <p:cNvSpPr/>
          <p:nvPr/>
        </p:nvSpPr>
        <p:spPr>
          <a:xfrm>
            <a:off x="11521440" y="5209908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16" name="Connector 715"/>
          <p:cNvCxnSpPr/>
          <p:nvPr/>
        </p:nvCxnSpPr>
        <p:spPr>
          <a:xfrm>
            <a:off x="10128534" y="5194867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7" name="Rectangle 716"/>
          <p:cNvSpPr/>
          <p:nvPr/>
        </p:nvSpPr>
        <p:spPr>
          <a:xfrm>
            <a:off x="9811512" y="5316390"/>
            <a:ext cx="317022" cy="121523"/>
          </a:xfrm>
          <a:prstGeom prst="rect">
            <a:avLst/>
          </a:prstGeom>
          <a:solidFill>
            <a:srgbClr val="F5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8" name="TextBox 717"/>
          <p:cNvSpPr txBox="1"/>
          <p:nvPr/>
        </p:nvSpPr>
        <p:spPr>
          <a:xfrm>
            <a:off x="9811512" y="5316390"/>
            <a:ext cx="3170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800" b="1">
                <a:solidFill>
                  <a:srgbClr val="2C2C2C"/>
                </a:solidFill>
                <a:latin typeface="Arial"/>
              </a:rPr>
              <a:t>90</a:t>
            </a:r>
          </a:p>
        </p:txBody>
      </p:sp>
      <p:sp>
        <p:nvSpPr>
          <p:cNvPr id="719" name="TextBox 718"/>
          <p:cNvSpPr txBox="1"/>
          <p:nvPr/>
        </p:nvSpPr>
        <p:spPr>
          <a:xfrm>
            <a:off x="10165110" y="5316390"/>
            <a:ext cx="1292322" cy="121523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endParaRPr/>
          </a:p>
        </p:txBody>
      </p:sp>
      <p:sp>
        <p:nvSpPr>
          <p:cNvPr id="720" name="Rectangle 719"/>
          <p:cNvSpPr/>
          <p:nvPr/>
        </p:nvSpPr>
        <p:spPr>
          <a:xfrm>
            <a:off x="11521440" y="5331431"/>
            <a:ext cx="91440" cy="91440"/>
          </a:xfrm>
          <a:prstGeom prst="rect">
            <a:avLst/>
          </a:prstGeom>
          <a:noFill/>
          <a:ln w="635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721" name="Connector 720"/>
          <p:cNvCxnSpPr/>
          <p:nvPr/>
        </p:nvCxnSpPr>
        <p:spPr>
          <a:xfrm>
            <a:off x="10128534" y="5316390"/>
            <a:ext cx="1548354" cy="0"/>
          </a:xfrm>
          <a:prstGeom prst="line">
            <a:avLst/>
          </a:prstGeom>
          <a:ln w="3175">
            <a:solidFill>
              <a:srgbClr val="F0F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2" name="TextBox 721"/>
          <p:cNvSpPr txBox="1"/>
          <p:nvPr/>
        </p:nvSpPr>
        <p:spPr>
          <a:xfrm>
            <a:off x="6080760" y="5492777"/>
            <a:ext cx="5596128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Malgun Gothic"/>
              </a:rPr>
              <a:t>※ 90일 플래너 사용법 ① 매일 학습할 챕터·기출 회차를 직접 적어 자신만의 학습 흐름을 설계하세요.</a:t>
            </a:r>
          </a:p>
        </p:txBody>
      </p:sp>
      <p:sp>
        <p:nvSpPr>
          <p:cNvPr id="723" name="TextBox 722"/>
          <p:cNvSpPr txBox="1"/>
          <p:nvPr/>
        </p:nvSpPr>
        <p:spPr>
          <a:xfrm>
            <a:off x="6080760" y="5639081"/>
            <a:ext cx="5596128" cy="16459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750" b="0">
                <a:solidFill>
                  <a:srgbClr val="555555"/>
                </a:solidFill>
                <a:latin typeface="Malgun Gothic"/>
              </a:rPr>
              <a:t>    ② 학습을 마친 날은 체크 칸에 √ 표시하고, 7일마다 1회씩 누적 복습일을 배치하면 효과적입니다.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EC3B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차례</a:t>
            </a:r>
            <a:r>
              <a:rPr lang="en-US" sz="2600" b="1" dirty="0">
                <a:solidFill>
                  <a:srgbClr val="EC3B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1</a:t>
            </a:r>
            <a:r>
              <a:rPr lang="ko-KR" altLang="en-US" sz="2600" b="1" dirty="0">
                <a:solidFill>
                  <a:srgbClr val="EC3B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</a:t>
            </a:r>
            <a:r>
              <a:rPr lang="en-US" sz="2600" b="1" dirty="0">
                <a:solidFill>
                  <a:srgbClr val="EC3B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|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 기초수학 · PART 02 핵심이론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875520" y="228600"/>
            <a:ext cx="1920240" cy="36576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228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E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독학으로 끝내는 수험서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247120" cy="4572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5448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9050">
            <a:solidFill>
              <a:srgbClr val="EC3B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554480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C3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155448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/>
              <a:t>A</a:t>
            </a:r>
          </a:p>
        </p:txBody>
      </p:sp>
      <p:sp>
        <p:nvSpPr>
          <p:cNvPr id="11" name="Shape 9"/>
          <p:cNvSpPr/>
          <p:nvPr/>
        </p:nvSpPr>
        <p:spPr>
          <a:xfrm>
            <a:off x="1234440" y="1554480"/>
            <a:ext cx="4572000" cy="320040"/>
          </a:xfrm>
          <a:prstGeom prst="roundRect">
            <a:avLst>
              <a:gd name="adj" fmla="val 22857"/>
            </a:avLst>
          </a:prstGeom>
          <a:solidFill>
            <a:srgbClr val="EC3B83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15544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기초수학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08026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20802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50" dirty="0"/>
          </a:p>
        </p:txBody>
      </p:sp>
      <p:sp>
        <p:nvSpPr>
          <p:cNvPr id="15" name="Text 13"/>
          <p:cNvSpPr/>
          <p:nvPr/>
        </p:nvSpPr>
        <p:spPr>
          <a:xfrm>
            <a:off x="868680" y="20574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01  수와 식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212080" y="20574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p.010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4360" y="235458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3545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868680" y="2331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  방정식과 함수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212080" y="23317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p.020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" y="262890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289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868680" y="26060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  미적분의 기초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212080" y="26060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p.030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9050">
            <a:solidFill>
              <a:srgbClr val="EC3B8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" y="3108960"/>
            <a:ext cx="19202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C3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749808" y="310896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/>
              <a:t>B</a:t>
            </a:r>
          </a:p>
        </p:txBody>
      </p:sp>
      <p:sp>
        <p:nvSpPr>
          <p:cNvPr id="28" name="Shape 26"/>
          <p:cNvSpPr/>
          <p:nvPr/>
        </p:nvSpPr>
        <p:spPr>
          <a:xfrm>
            <a:off x="1234440" y="3108960"/>
            <a:ext cx="4572000" cy="320040"/>
          </a:xfrm>
          <a:prstGeom prst="roundRect">
            <a:avLst>
              <a:gd name="adj" fmla="val 22857"/>
            </a:avLst>
          </a:prstGeom>
          <a:solidFill>
            <a:srgbClr val="EC3B83"/>
          </a:solidFill>
          <a:ln/>
        </p:spPr>
      </p:sp>
      <p:sp>
        <p:nvSpPr>
          <p:cNvPr id="29" name="Text 27"/>
          <p:cNvSpPr/>
          <p:nvPr/>
        </p:nvSpPr>
        <p:spPr>
          <a:xfrm>
            <a:off x="141732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핵심이론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" y="3611880"/>
            <a:ext cx="777240" cy="274320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61188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01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1325880" y="361188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전기이론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57200" y="3895344"/>
            <a:ext cx="5349240" cy="0"/>
          </a:xfrm>
          <a:prstGeom prst="line">
            <a:avLst/>
          </a:prstGeom>
          <a:noFill/>
          <a:ln w="9525">
            <a:solidFill>
              <a:srgbClr val="F8BBD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94360" y="3982212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35" name="Text 33"/>
          <p:cNvSpPr/>
          <p:nvPr/>
        </p:nvSpPr>
        <p:spPr>
          <a:xfrm>
            <a:off x="594360" y="39822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50" dirty="0"/>
          </a:p>
        </p:txBody>
      </p:sp>
      <p:sp>
        <p:nvSpPr>
          <p:cNvPr id="36" name="Text 34"/>
          <p:cNvSpPr/>
          <p:nvPr/>
        </p:nvSpPr>
        <p:spPr>
          <a:xfrm>
            <a:off x="868680" y="39593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01  직류 회로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212080" y="39593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p.050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94360" y="4201668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39" name="Text 37"/>
          <p:cNvSpPr/>
          <p:nvPr/>
        </p:nvSpPr>
        <p:spPr>
          <a:xfrm>
            <a:off x="594360" y="42016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50" dirty="0"/>
          </a:p>
        </p:txBody>
      </p:sp>
      <p:sp>
        <p:nvSpPr>
          <p:cNvPr id="40" name="Text 38"/>
          <p:cNvSpPr/>
          <p:nvPr/>
        </p:nvSpPr>
        <p:spPr>
          <a:xfrm>
            <a:off x="868680" y="417880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02  전류의 열작용과 화학작용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212080" y="417880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p.070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594360" y="4421124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43" name="Text 41"/>
          <p:cNvSpPr/>
          <p:nvPr/>
        </p:nvSpPr>
        <p:spPr>
          <a:xfrm>
            <a:off x="594360" y="44211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868680" y="439826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03  정전계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212080" y="43982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p.085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94360" y="464058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47" name="Text 45"/>
          <p:cNvSpPr/>
          <p:nvPr/>
        </p:nvSpPr>
        <p:spPr>
          <a:xfrm>
            <a:off x="594360" y="46405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50" dirty="0"/>
          </a:p>
        </p:txBody>
      </p:sp>
      <p:sp>
        <p:nvSpPr>
          <p:cNvPr id="48" name="Text 46"/>
          <p:cNvSpPr/>
          <p:nvPr/>
        </p:nvSpPr>
        <p:spPr>
          <a:xfrm>
            <a:off x="868680" y="46177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04  정자계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212080" y="46177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p.100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594360" y="4860036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51" name="Text 49"/>
          <p:cNvSpPr/>
          <p:nvPr/>
        </p:nvSpPr>
        <p:spPr>
          <a:xfrm>
            <a:off x="594360" y="48600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650" dirty="0"/>
          </a:p>
        </p:txBody>
      </p:sp>
      <p:sp>
        <p:nvSpPr>
          <p:cNvPr id="52" name="Text 50"/>
          <p:cNvSpPr/>
          <p:nvPr/>
        </p:nvSpPr>
        <p:spPr>
          <a:xfrm>
            <a:off x="868680" y="483717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05  전자력과 전자유도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212080" y="48371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p.120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594360" y="5079492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55" name="Text 53"/>
          <p:cNvSpPr/>
          <p:nvPr/>
        </p:nvSpPr>
        <p:spPr>
          <a:xfrm>
            <a:off x="594360" y="50794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650" dirty="0"/>
          </a:p>
        </p:txBody>
      </p:sp>
      <p:sp>
        <p:nvSpPr>
          <p:cNvPr id="56" name="Text 54"/>
          <p:cNvSpPr/>
          <p:nvPr/>
        </p:nvSpPr>
        <p:spPr>
          <a:xfrm>
            <a:off x="868680" y="50566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06  정현파 교류의 표시와 복소수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212080" y="50566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p.140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594360" y="5298948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59" name="Text 57"/>
          <p:cNvSpPr/>
          <p:nvPr/>
        </p:nvSpPr>
        <p:spPr>
          <a:xfrm>
            <a:off x="594360" y="52989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868680" y="52760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07  RLC 기본 회로와 임피던스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5212080" y="52760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p.165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594360" y="5518404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63" name="Text 61"/>
          <p:cNvSpPr/>
          <p:nvPr/>
        </p:nvSpPr>
        <p:spPr>
          <a:xfrm>
            <a:off x="594360" y="55184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650" dirty="0"/>
          </a:p>
        </p:txBody>
      </p:sp>
      <p:sp>
        <p:nvSpPr>
          <p:cNvPr id="64" name="Text 62"/>
          <p:cNvSpPr/>
          <p:nvPr/>
        </p:nvSpPr>
        <p:spPr>
          <a:xfrm>
            <a:off x="868680" y="549554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08  교류 전력 및 3상 시스템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5212080" y="549554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p.190</a:t>
            </a:r>
            <a:endParaRPr lang="en-US" sz="850" dirty="0"/>
          </a:p>
        </p:txBody>
      </p:sp>
      <p:sp>
        <p:nvSpPr>
          <p:cNvPr id="66" name="Shape 64"/>
          <p:cNvSpPr/>
          <p:nvPr/>
        </p:nvSpPr>
        <p:spPr>
          <a:xfrm>
            <a:off x="594360" y="573786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67" name="Text 65"/>
          <p:cNvSpPr/>
          <p:nvPr/>
        </p:nvSpPr>
        <p:spPr>
          <a:xfrm>
            <a:off x="594360" y="57378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650" dirty="0"/>
          </a:p>
        </p:txBody>
      </p:sp>
      <p:sp>
        <p:nvSpPr>
          <p:cNvPr id="68" name="Text 66"/>
          <p:cNvSpPr/>
          <p:nvPr/>
        </p:nvSpPr>
        <p:spPr>
          <a:xfrm>
            <a:off x="868680" y="57150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09  비정현파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212080" y="57150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p.215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6355080" y="1580477"/>
            <a:ext cx="777240" cy="274320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72" name="Text 70"/>
          <p:cNvSpPr/>
          <p:nvPr/>
        </p:nvSpPr>
        <p:spPr>
          <a:xfrm>
            <a:off x="6355080" y="1580477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02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7223760" y="1580477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전기기기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6355080" y="1863941"/>
            <a:ext cx="5349240" cy="0"/>
          </a:xfrm>
          <a:prstGeom prst="line">
            <a:avLst/>
          </a:prstGeom>
          <a:noFill/>
          <a:ln w="9525">
            <a:solidFill>
              <a:srgbClr val="F8BBD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492240" y="1950809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76" name="Text 74"/>
          <p:cNvSpPr/>
          <p:nvPr/>
        </p:nvSpPr>
        <p:spPr>
          <a:xfrm>
            <a:off x="6492240" y="195080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50" dirty="0"/>
          </a:p>
        </p:txBody>
      </p:sp>
      <p:sp>
        <p:nvSpPr>
          <p:cNvPr id="77" name="Text 75"/>
          <p:cNvSpPr/>
          <p:nvPr/>
        </p:nvSpPr>
        <p:spPr>
          <a:xfrm>
            <a:off x="6766560" y="1927949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01  직류기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11109960" y="1927949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p.240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6492240" y="2170265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80" name="Text 78"/>
          <p:cNvSpPr/>
          <p:nvPr/>
        </p:nvSpPr>
        <p:spPr>
          <a:xfrm>
            <a:off x="6492240" y="217026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50" dirty="0"/>
          </a:p>
        </p:txBody>
      </p:sp>
      <p:sp>
        <p:nvSpPr>
          <p:cNvPr id="81" name="Text 79"/>
          <p:cNvSpPr/>
          <p:nvPr/>
        </p:nvSpPr>
        <p:spPr>
          <a:xfrm>
            <a:off x="6766560" y="2147405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02  동기기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11109960" y="2147405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p.260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6492240" y="2389721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84" name="Text 82"/>
          <p:cNvSpPr/>
          <p:nvPr/>
        </p:nvSpPr>
        <p:spPr>
          <a:xfrm>
            <a:off x="6492240" y="238972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50" dirty="0"/>
          </a:p>
        </p:txBody>
      </p:sp>
      <p:sp>
        <p:nvSpPr>
          <p:cNvPr id="85" name="Text 83"/>
          <p:cNvSpPr/>
          <p:nvPr/>
        </p:nvSpPr>
        <p:spPr>
          <a:xfrm>
            <a:off x="6766560" y="2366861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변압기</a:t>
            </a:r>
            <a:endParaRPr lang="en-US" sz="900" dirty="0"/>
          </a:p>
        </p:txBody>
      </p:sp>
      <p:sp>
        <p:nvSpPr>
          <p:cNvPr id="86" name="Text 84"/>
          <p:cNvSpPr/>
          <p:nvPr/>
        </p:nvSpPr>
        <p:spPr>
          <a:xfrm>
            <a:off x="11109960" y="2366861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p.280</a:t>
            </a:r>
            <a:endParaRPr lang="en-US" sz="850" dirty="0"/>
          </a:p>
        </p:txBody>
      </p:sp>
      <p:sp>
        <p:nvSpPr>
          <p:cNvPr id="87" name="Shape 85"/>
          <p:cNvSpPr/>
          <p:nvPr/>
        </p:nvSpPr>
        <p:spPr>
          <a:xfrm>
            <a:off x="6492240" y="2609177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88" name="Text 86"/>
          <p:cNvSpPr/>
          <p:nvPr/>
        </p:nvSpPr>
        <p:spPr>
          <a:xfrm>
            <a:off x="6492240" y="260917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50" dirty="0"/>
          </a:p>
        </p:txBody>
      </p:sp>
      <p:sp>
        <p:nvSpPr>
          <p:cNvPr id="89" name="Text 87"/>
          <p:cNvSpPr/>
          <p:nvPr/>
        </p:nvSpPr>
        <p:spPr>
          <a:xfrm>
            <a:off x="6766560" y="2586317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04  유도기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11109960" y="2586317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p.305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6492240" y="2828633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92" name="Text 90"/>
          <p:cNvSpPr/>
          <p:nvPr/>
        </p:nvSpPr>
        <p:spPr>
          <a:xfrm>
            <a:off x="6492240" y="282863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650" dirty="0"/>
          </a:p>
        </p:txBody>
      </p:sp>
      <p:sp>
        <p:nvSpPr>
          <p:cNvPr id="93" name="Text 91"/>
          <p:cNvSpPr/>
          <p:nvPr/>
        </p:nvSpPr>
        <p:spPr>
          <a:xfrm>
            <a:off x="6766560" y="2805773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</a:t>
            </a:r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05  정류기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11109960" y="2805773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p.325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6355080" y="3162389"/>
            <a:ext cx="777240" cy="274320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96" name="Text 94"/>
          <p:cNvSpPr/>
          <p:nvPr/>
        </p:nvSpPr>
        <p:spPr>
          <a:xfrm>
            <a:off x="6355080" y="3162389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kern="0" spc="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SUBJECT 03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7223760" y="3162389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전기설비</a:t>
            </a:r>
            <a:endParaRPr lang="en-US" sz="1100" dirty="0"/>
          </a:p>
        </p:txBody>
      </p:sp>
      <p:sp>
        <p:nvSpPr>
          <p:cNvPr id="98" name="Shape 96"/>
          <p:cNvSpPr/>
          <p:nvPr/>
        </p:nvSpPr>
        <p:spPr>
          <a:xfrm>
            <a:off x="6355080" y="3445853"/>
            <a:ext cx="5349240" cy="0"/>
          </a:xfrm>
          <a:prstGeom prst="line">
            <a:avLst/>
          </a:prstGeom>
          <a:noFill/>
          <a:ln w="9525">
            <a:solidFill>
              <a:srgbClr val="F8BBD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492240" y="3532721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00" name="Text 98"/>
          <p:cNvSpPr/>
          <p:nvPr/>
        </p:nvSpPr>
        <p:spPr>
          <a:xfrm>
            <a:off x="6492240" y="353272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650" dirty="0"/>
          </a:p>
        </p:txBody>
      </p:sp>
      <p:sp>
        <p:nvSpPr>
          <p:cNvPr id="101" name="Text 99"/>
          <p:cNvSpPr/>
          <p:nvPr/>
        </p:nvSpPr>
        <p:spPr>
          <a:xfrm>
            <a:off x="6766560" y="3509861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01  전선 및 배선재료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11109960" y="3509861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p.345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6492240" y="3752177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04" name="Text 102"/>
          <p:cNvSpPr/>
          <p:nvPr/>
        </p:nvSpPr>
        <p:spPr>
          <a:xfrm>
            <a:off x="6492240" y="375217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650" dirty="0"/>
          </a:p>
        </p:txBody>
      </p:sp>
      <p:sp>
        <p:nvSpPr>
          <p:cNvPr id="105" name="Text 103"/>
          <p:cNvSpPr/>
          <p:nvPr/>
        </p:nvSpPr>
        <p:spPr>
          <a:xfrm>
            <a:off x="6766560" y="3729317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02  옥내배선 공사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1109960" y="3729317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p.360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6492240" y="3971633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08" name="Text 106"/>
          <p:cNvSpPr/>
          <p:nvPr/>
        </p:nvSpPr>
        <p:spPr>
          <a:xfrm>
            <a:off x="6492240" y="397163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650" dirty="0"/>
          </a:p>
        </p:txBody>
      </p:sp>
      <p:sp>
        <p:nvSpPr>
          <p:cNvPr id="109" name="Text 107"/>
          <p:cNvSpPr/>
          <p:nvPr/>
        </p:nvSpPr>
        <p:spPr>
          <a:xfrm>
            <a:off x="6766560" y="3948773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03  전선로</a:t>
            </a:r>
            <a:endParaRPr lang="en-US" sz="900" dirty="0"/>
          </a:p>
        </p:txBody>
      </p:sp>
      <p:sp>
        <p:nvSpPr>
          <p:cNvPr id="110" name="Text 108"/>
          <p:cNvSpPr/>
          <p:nvPr/>
        </p:nvSpPr>
        <p:spPr>
          <a:xfrm>
            <a:off x="11109960" y="3948773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p.380</a:t>
            </a:r>
            <a:endParaRPr lang="en-US" sz="850" dirty="0"/>
          </a:p>
        </p:txBody>
      </p:sp>
      <p:sp>
        <p:nvSpPr>
          <p:cNvPr id="111" name="Shape 109"/>
          <p:cNvSpPr/>
          <p:nvPr/>
        </p:nvSpPr>
        <p:spPr>
          <a:xfrm>
            <a:off x="6492240" y="4191089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12" name="Text 110"/>
          <p:cNvSpPr/>
          <p:nvPr/>
        </p:nvSpPr>
        <p:spPr>
          <a:xfrm>
            <a:off x="6492240" y="4191089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650" dirty="0"/>
          </a:p>
        </p:txBody>
      </p:sp>
      <p:sp>
        <p:nvSpPr>
          <p:cNvPr id="113" name="Text 111"/>
          <p:cNvSpPr/>
          <p:nvPr/>
        </p:nvSpPr>
        <p:spPr>
          <a:xfrm>
            <a:off x="6766560" y="4168229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04  수전설비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11109960" y="4168229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p.400</a:t>
            </a:r>
            <a:endParaRPr lang="en-US" sz="850" dirty="0"/>
          </a:p>
        </p:txBody>
      </p:sp>
      <p:sp>
        <p:nvSpPr>
          <p:cNvPr id="115" name="Shape 113"/>
          <p:cNvSpPr/>
          <p:nvPr/>
        </p:nvSpPr>
        <p:spPr>
          <a:xfrm>
            <a:off x="6492240" y="4410545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16" name="Text 114"/>
          <p:cNvSpPr/>
          <p:nvPr/>
        </p:nvSpPr>
        <p:spPr>
          <a:xfrm>
            <a:off x="6492240" y="4410545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650" dirty="0"/>
          </a:p>
        </p:txBody>
      </p:sp>
      <p:sp>
        <p:nvSpPr>
          <p:cNvPr id="117" name="Text 115"/>
          <p:cNvSpPr/>
          <p:nvPr/>
        </p:nvSpPr>
        <p:spPr>
          <a:xfrm>
            <a:off x="6766560" y="4387685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05  접지·보호장치·절연</a:t>
            </a:r>
            <a:endParaRPr lang="en-US" sz="900" dirty="0"/>
          </a:p>
        </p:txBody>
      </p:sp>
      <p:sp>
        <p:nvSpPr>
          <p:cNvPr id="118" name="Text 116"/>
          <p:cNvSpPr/>
          <p:nvPr/>
        </p:nvSpPr>
        <p:spPr>
          <a:xfrm>
            <a:off x="11109960" y="4387685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p.420</a:t>
            </a:r>
            <a:endParaRPr lang="en-US" sz="850" dirty="0"/>
          </a:p>
        </p:txBody>
      </p:sp>
      <p:sp>
        <p:nvSpPr>
          <p:cNvPr id="119" name="Shape 117"/>
          <p:cNvSpPr/>
          <p:nvPr/>
        </p:nvSpPr>
        <p:spPr>
          <a:xfrm>
            <a:off x="6492240" y="4630001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20" name="Text 118"/>
          <p:cNvSpPr/>
          <p:nvPr/>
        </p:nvSpPr>
        <p:spPr>
          <a:xfrm>
            <a:off x="6492240" y="4630001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650" dirty="0"/>
          </a:p>
        </p:txBody>
      </p:sp>
      <p:sp>
        <p:nvSpPr>
          <p:cNvPr id="121" name="Text 119"/>
          <p:cNvSpPr/>
          <p:nvPr/>
        </p:nvSpPr>
        <p:spPr>
          <a:xfrm>
            <a:off x="6766560" y="4607141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06  전기사용 장소</a:t>
            </a:r>
            <a:endParaRPr lang="en-US" sz="900" dirty="0"/>
          </a:p>
        </p:txBody>
      </p:sp>
      <p:sp>
        <p:nvSpPr>
          <p:cNvPr id="122" name="Text 120"/>
          <p:cNvSpPr/>
          <p:nvPr/>
        </p:nvSpPr>
        <p:spPr>
          <a:xfrm>
            <a:off x="11109960" y="4607141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p.440</a:t>
            </a:r>
            <a:endParaRPr lang="en-US" sz="850" dirty="0"/>
          </a:p>
        </p:txBody>
      </p:sp>
      <p:sp>
        <p:nvSpPr>
          <p:cNvPr id="123" name="Shape 121"/>
          <p:cNvSpPr/>
          <p:nvPr/>
        </p:nvSpPr>
        <p:spPr>
          <a:xfrm>
            <a:off x="6492240" y="4849457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24" name="Text 122"/>
          <p:cNvSpPr/>
          <p:nvPr/>
        </p:nvSpPr>
        <p:spPr>
          <a:xfrm>
            <a:off x="6492240" y="484945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650" dirty="0"/>
          </a:p>
        </p:txBody>
      </p:sp>
      <p:sp>
        <p:nvSpPr>
          <p:cNvPr id="125" name="Text 123"/>
          <p:cNvSpPr/>
          <p:nvPr/>
        </p:nvSpPr>
        <p:spPr>
          <a:xfrm>
            <a:off x="6766560" y="4826597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07  조명설비</a:t>
            </a:r>
            <a:endParaRPr lang="en-US" sz="900" dirty="0"/>
          </a:p>
        </p:txBody>
      </p:sp>
      <p:sp>
        <p:nvSpPr>
          <p:cNvPr id="126" name="Text 124"/>
          <p:cNvSpPr/>
          <p:nvPr/>
        </p:nvSpPr>
        <p:spPr>
          <a:xfrm>
            <a:off x="11109960" y="4826597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p.460</a:t>
            </a:r>
            <a:endParaRPr lang="en-US" sz="850" dirty="0"/>
          </a:p>
        </p:txBody>
      </p:sp>
      <p:sp>
        <p:nvSpPr>
          <p:cNvPr id="127" name="Shape 125"/>
          <p:cNvSpPr/>
          <p:nvPr/>
        </p:nvSpPr>
        <p:spPr>
          <a:xfrm>
            <a:off x="6492240" y="5068913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28" name="Text 126"/>
          <p:cNvSpPr/>
          <p:nvPr/>
        </p:nvSpPr>
        <p:spPr>
          <a:xfrm>
            <a:off x="6492240" y="5068913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650" dirty="0"/>
          </a:p>
        </p:txBody>
      </p:sp>
      <p:sp>
        <p:nvSpPr>
          <p:cNvPr id="129" name="Text 127"/>
          <p:cNvSpPr/>
          <p:nvPr/>
        </p:nvSpPr>
        <p:spPr>
          <a:xfrm>
            <a:off x="6766560" y="5046053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altLang="ko-KR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08  여러 가지 도면 기호</a:t>
            </a:r>
            <a:endParaRPr lang="en-US" sz="900" dirty="0"/>
          </a:p>
        </p:txBody>
      </p:sp>
      <p:sp>
        <p:nvSpPr>
          <p:cNvPr id="130" name="Text 128"/>
          <p:cNvSpPr/>
          <p:nvPr/>
        </p:nvSpPr>
        <p:spPr>
          <a:xfrm>
            <a:off x="11109960" y="5046053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p.475</a:t>
            </a:r>
            <a:endParaRPr lang="en-US" sz="850" dirty="0"/>
          </a:p>
        </p:txBody>
      </p:sp>
      <p:sp>
        <p:nvSpPr>
          <p:cNvPr id="131" name="Shape 129"/>
          <p:cNvSpPr/>
          <p:nvPr/>
        </p:nvSpPr>
        <p:spPr>
          <a:xfrm>
            <a:off x="6080760" y="1508760"/>
            <a:ext cx="0" cy="5166360"/>
          </a:xfrm>
          <a:prstGeom prst="line">
            <a:avLst/>
          </a:prstGeom>
          <a:noFill/>
          <a:ln w="12700">
            <a:solidFill>
              <a:srgbClr val="F8BBD0"/>
            </a:solidFill>
            <a:prstDash val="dash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 err="1">
                <a:solidFill>
                  <a:srgbClr val="EC3B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차례</a:t>
            </a:r>
            <a:r>
              <a:rPr lang="en-US" sz="2600" b="1" dirty="0">
                <a:solidFill>
                  <a:srgbClr val="EC3B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2</a:t>
            </a:r>
            <a:r>
              <a:rPr lang="ko-KR" altLang="en-US" sz="2600" b="1" dirty="0">
                <a:solidFill>
                  <a:srgbClr val="EC3B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</a:t>
            </a:r>
            <a:r>
              <a:rPr lang="en-US" sz="2600" b="1" dirty="0">
                <a:solidFill>
                  <a:srgbClr val="EC3B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| CONTENTS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 8개년 기출문제 (2016 ~ 2019)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9875520" y="228600"/>
            <a:ext cx="1920240" cy="365760"/>
          </a:xfrm>
          <a:prstGeom prst="rect">
            <a:avLst/>
          </a:prstGeom>
          <a:solidFill>
            <a:srgbClr val="FCE4EC"/>
          </a:solidFill>
          <a:ln/>
        </p:spPr>
      </p:sp>
      <p:sp>
        <p:nvSpPr>
          <p:cNvPr id="6" name="Text 4"/>
          <p:cNvSpPr/>
          <p:nvPr/>
        </p:nvSpPr>
        <p:spPr>
          <a:xfrm>
            <a:off x="9875520" y="2286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C81E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독학으로 끝내는 수험서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1234440"/>
            <a:ext cx="11247120" cy="45720"/>
          </a:xfrm>
          <a:prstGeom prst="rect">
            <a:avLst/>
          </a:prstGeom>
          <a:solidFill>
            <a:srgbClr val="EC3B83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1554480"/>
            <a:ext cx="640080" cy="32004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19050">
            <a:solidFill>
              <a:srgbClr val="EC3B8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3776" y="1554480"/>
            <a:ext cx="1767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EC3B8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749808" y="1554480"/>
            <a:ext cx="3108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/>
              <a:t>C</a:t>
            </a:r>
          </a:p>
        </p:txBody>
      </p:sp>
      <p:sp>
        <p:nvSpPr>
          <p:cNvPr id="11" name="Shape 9"/>
          <p:cNvSpPr/>
          <p:nvPr/>
        </p:nvSpPr>
        <p:spPr>
          <a:xfrm>
            <a:off x="1234440" y="1554480"/>
            <a:ext cx="10469880" cy="320040"/>
          </a:xfrm>
          <a:prstGeom prst="roundRect">
            <a:avLst>
              <a:gd name="adj" fmla="val 22857"/>
            </a:avLst>
          </a:prstGeom>
          <a:solidFill>
            <a:srgbClr val="EC3B83"/>
          </a:solidFill>
          <a:ln/>
        </p:spPr>
      </p:sp>
      <p:sp>
        <p:nvSpPr>
          <p:cNvPr id="12" name="Text 10"/>
          <p:cNvSpPr/>
          <p:nvPr/>
        </p:nvSpPr>
        <p:spPr>
          <a:xfrm>
            <a:off x="1417320" y="1554480"/>
            <a:ext cx="10104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8개년 기출문제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2103120"/>
            <a:ext cx="822960" cy="256032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03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71600" y="21031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복원문제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2368296"/>
            <a:ext cx="5349240" cy="0"/>
          </a:xfrm>
          <a:prstGeom prst="line">
            <a:avLst/>
          </a:prstGeom>
          <a:noFill/>
          <a:ln w="9525">
            <a:solidFill>
              <a:srgbClr val="F8BB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455164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8" name="Text 16"/>
          <p:cNvSpPr/>
          <p:nvPr/>
        </p:nvSpPr>
        <p:spPr>
          <a:xfrm>
            <a:off x="594360" y="24551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50" dirty="0"/>
          </a:p>
        </p:txBody>
      </p:sp>
      <p:sp>
        <p:nvSpPr>
          <p:cNvPr id="19" name="Text 17"/>
          <p:cNvSpPr/>
          <p:nvPr/>
        </p:nvSpPr>
        <p:spPr>
          <a:xfrm>
            <a:off x="868680" y="243230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CBT 복원문제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212080" y="243230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p.500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94360" y="2656332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26563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50" dirty="0"/>
          </a:p>
        </p:txBody>
      </p:sp>
      <p:sp>
        <p:nvSpPr>
          <p:cNvPr id="23" name="Text 21"/>
          <p:cNvSpPr/>
          <p:nvPr/>
        </p:nvSpPr>
        <p:spPr>
          <a:xfrm>
            <a:off x="868680" y="26334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CBT 복원문제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212080" y="26334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p.515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2907792"/>
            <a:ext cx="822960" cy="256032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290779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371600" y="290779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복원문제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57200" y="3172968"/>
            <a:ext cx="5349240" cy="0"/>
          </a:xfrm>
          <a:prstGeom prst="line">
            <a:avLst/>
          </a:prstGeom>
          <a:noFill/>
          <a:ln w="9525">
            <a:solidFill>
              <a:srgbClr val="F8BBD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3259836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2598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868680" y="323697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CBT 복원문제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212080" y="32369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p.530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" y="3461004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34610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50" dirty="0"/>
          </a:p>
        </p:txBody>
      </p:sp>
      <p:sp>
        <p:nvSpPr>
          <p:cNvPr id="35" name="Text 33"/>
          <p:cNvSpPr/>
          <p:nvPr/>
        </p:nvSpPr>
        <p:spPr>
          <a:xfrm>
            <a:off x="868680" y="343814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CBT 복원문제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5212080" y="343814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p.545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94360" y="3662172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38" name="Text 36"/>
          <p:cNvSpPr/>
          <p:nvPr/>
        </p:nvSpPr>
        <p:spPr>
          <a:xfrm>
            <a:off x="594360" y="366217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50" dirty="0"/>
          </a:p>
        </p:txBody>
      </p:sp>
      <p:sp>
        <p:nvSpPr>
          <p:cNvPr id="39" name="Text 37"/>
          <p:cNvSpPr/>
          <p:nvPr/>
        </p:nvSpPr>
        <p:spPr>
          <a:xfrm>
            <a:off x="868680" y="363931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CBT 복원문제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212080" y="363931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p.560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94360" y="386334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42" name="Text 40"/>
          <p:cNvSpPr/>
          <p:nvPr/>
        </p:nvSpPr>
        <p:spPr>
          <a:xfrm>
            <a:off x="594360" y="38633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50" dirty="0"/>
          </a:p>
        </p:txBody>
      </p:sp>
      <p:sp>
        <p:nvSpPr>
          <p:cNvPr id="43" name="Text 41"/>
          <p:cNvSpPr/>
          <p:nvPr/>
        </p:nvSpPr>
        <p:spPr>
          <a:xfrm>
            <a:off x="868680" y="38404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 CBT 복원문제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5212080" y="38404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p.575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57200" y="4114800"/>
            <a:ext cx="822960" cy="256032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46" name="Text 44"/>
          <p:cNvSpPr/>
          <p:nvPr/>
        </p:nvSpPr>
        <p:spPr>
          <a:xfrm>
            <a:off x="457200" y="411480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2024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371600" y="411480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복원문제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57200" y="4379976"/>
            <a:ext cx="5349240" cy="0"/>
          </a:xfrm>
          <a:prstGeom prst="line">
            <a:avLst/>
          </a:prstGeom>
          <a:noFill/>
          <a:ln w="9525">
            <a:solidFill>
              <a:srgbClr val="F8BBD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4360" y="4466844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50" name="Text 48"/>
          <p:cNvSpPr/>
          <p:nvPr/>
        </p:nvSpPr>
        <p:spPr>
          <a:xfrm>
            <a:off x="594360" y="44668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868680" y="444398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CBT 복원문제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212080" y="444398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p.590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94360" y="4668012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54" name="Text 52"/>
          <p:cNvSpPr/>
          <p:nvPr/>
        </p:nvSpPr>
        <p:spPr>
          <a:xfrm>
            <a:off x="594360" y="46680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868680" y="46451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CBT 복원문제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5212080" y="46451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p.605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94360" y="486918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58" name="Text 56"/>
          <p:cNvSpPr/>
          <p:nvPr/>
        </p:nvSpPr>
        <p:spPr>
          <a:xfrm>
            <a:off x="594360" y="486918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868680" y="484632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CBT 복원문제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5212080" y="484632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p.620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594360" y="5070348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62" name="Text 60"/>
          <p:cNvSpPr/>
          <p:nvPr/>
        </p:nvSpPr>
        <p:spPr>
          <a:xfrm>
            <a:off x="594360" y="507034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50" dirty="0"/>
          </a:p>
        </p:txBody>
      </p:sp>
      <p:sp>
        <p:nvSpPr>
          <p:cNvPr id="63" name="Text 61"/>
          <p:cNvSpPr/>
          <p:nvPr/>
        </p:nvSpPr>
        <p:spPr>
          <a:xfrm>
            <a:off x="868680" y="504748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 CBT 복원문제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5212080" y="504748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p.635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457200" y="5321808"/>
            <a:ext cx="822960" cy="256032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66" name="Text 64"/>
          <p:cNvSpPr/>
          <p:nvPr/>
        </p:nvSpPr>
        <p:spPr>
          <a:xfrm>
            <a:off x="457200" y="5321808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2023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1371600" y="5321808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복원문제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457200" y="5586984"/>
            <a:ext cx="5349240" cy="0"/>
          </a:xfrm>
          <a:prstGeom prst="line">
            <a:avLst/>
          </a:prstGeom>
          <a:noFill/>
          <a:ln w="9525">
            <a:solidFill>
              <a:srgbClr val="F8BBD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94360" y="5673852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70" name="Text 68"/>
          <p:cNvSpPr/>
          <p:nvPr/>
        </p:nvSpPr>
        <p:spPr>
          <a:xfrm>
            <a:off x="594360" y="56738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50" dirty="0"/>
          </a:p>
        </p:txBody>
      </p:sp>
      <p:sp>
        <p:nvSpPr>
          <p:cNvPr id="71" name="Text 69"/>
          <p:cNvSpPr/>
          <p:nvPr/>
        </p:nvSpPr>
        <p:spPr>
          <a:xfrm>
            <a:off x="868680" y="56509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CBT 복원문제</a:t>
            </a:r>
            <a:endParaRPr lang="en-US" sz="950" dirty="0"/>
          </a:p>
        </p:txBody>
      </p:sp>
      <p:sp>
        <p:nvSpPr>
          <p:cNvPr id="72" name="Text 70"/>
          <p:cNvSpPr/>
          <p:nvPr/>
        </p:nvSpPr>
        <p:spPr>
          <a:xfrm>
            <a:off x="5212080" y="56509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p.650</a:t>
            </a:r>
            <a:endParaRPr lang="en-US" sz="900" dirty="0"/>
          </a:p>
        </p:txBody>
      </p:sp>
      <p:sp>
        <p:nvSpPr>
          <p:cNvPr id="73" name="Shape 71"/>
          <p:cNvSpPr/>
          <p:nvPr/>
        </p:nvSpPr>
        <p:spPr>
          <a:xfrm>
            <a:off x="594360" y="587502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74" name="Text 72"/>
          <p:cNvSpPr/>
          <p:nvPr/>
        </p:nvSpPr>
        <p:spPr>
          <a:xfrm>
            <a:off x="594360" y="58750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50" dirty="0"/>
          </a:p>
        </p:txBody>
      </p:sp>
      <p:sp>
        <p:nvSpPr>
          <p:cNvPr id="75" name="Text 73"/>
          <p:cNvSpPr/>
          <p:nvPr/>
        </p:nvSpPr>
        <p:spPr>
          <a:xfrm>
            <a:off x="868680" y="58521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CBT 복원문제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5212080" y="585216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p.665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594360" y="6076188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78" name="Text 76"/>
          <p:cNvSpPr/>
          <p:nvPr/>
        </p:nvSpPr>
        <p:spPr>
          <a:xfrm>
            <a:off x="594360" y="60761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50" dirty="0"/>
          </a:p>
        </p:txBody>
      </p:sp>
      <p:sp>
        <p:nvSpPr>
          <p:cNvPr id="79" name="Text 77"/>
          <p:cNvSpPr/>
          <p:nvPr/>
        </p:nvSpPr>
        <p:spPr>
          <a:xfrm>
            <a:off x="868680" y="6053328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CBT 복원문제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5212080" y="6053328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p.680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594360" y="6277356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82" name="Text 80"/>
          <p:cNvSpPr/>
          <p:nvPr/>
        </p:nvSpPr>
        <p:spPr>
          <a:xfrm>
            <a:off x="594360" y="627735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50" dirty="0"/>
          </a:p>
        </p:txBody>
      </p:sp>
      <p:sp>
        <p:nvSpPr>
          <p:cNvPr id="83" name="Text 81"/>
          <p:cNvSpPr/>
          <p:nvPr/>
        </p:nvSpPr>
        <p:spPr>
          <a:xfrm>
            <a:off x="868680" y="625449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 CBT 복원문제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5212080" y="625449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p.695</a:t>
            </a:r>
            <a:endParaRPr lang="en-US" sz="900" dirty="0"/>
          </a:p>
        </p:txBody>
      </p:sp>
      <p:sp>
        <p:nvSpPr>
          <p:cNvPr id="85" name="Shape 83"/>
          <p:cNvSpPr/>
          <p:nvPr/>
        </p:nvSpPr>
        <p:spPr>
          <a:xfrm>
            <a:off x="6355080" y="2103120"/>
            <a:ext cx="822960" cy="256032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86" name="Text 84"/>
          <p:cNvSpPr/>
          <p:nvPr/>
        </p:nvSpPr>
        <p:spPr>
          <a:xfrm>
            <a:off x="6355080" y="210312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2022</a:t>
            </a:r>
            <a:endParaRPr lang="en-US" sz="1100" dirty="0"/>
          </a:p>
        </p:txBody>
      </p:sp>
      <p:sp>
        <p:nvSpPr>
          <p:cNvPr id="87" name="Text 85"/>
          <p:cNvSpPr/>
          <p:nvPr/>
        </p:nvSpPr>
        <p:spPr>
          <a:xfrm>
            <a:off x="7269480" y="210312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복원문제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6355080" y="2368296"/>
            <a:ext cx="5349240" cy="0"/>
          </a:xfrm>
          <a:prstGeom prst="line">
            <a:avLst/>
          </a:prstGeom>
          <a:noFill/>
          <a:ln w="9525">
            <a:solidFill>
              <a:srgbClr val="F8BBD0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492240" y="240030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90" name="Text 88"/>
          <p:cNvSpPr/>
          <p:nvPr/>
        </p:nvSpPr>
        <p:spPr>
          <a:xfrm>
            <a:off x="6492240" y="240030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50" dirty="0"/>
          </a:p>
        </p:txBody>
      </p:sp>
      <p:sp>
        <p:nvSpPr>
          <p:cNvPr id="91" name="Text 89"/>
          <p:cNvSpPr/>
          <p:nvPr/>
        </p:nvSpPr>
        <p:spPr>
          <a:xfrm>
            <a:off x="6766560" y="23774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CBT 복원문제</a:t>
            </a:r>
            <a:endParaRPr lang="en-US" sz="900" dirty="0"/>
          </a:p>
        </p:txBody>
      </p:sp>
      <p:sp>
        <p:nvSpPr>
          <p:cNvPr id="92" name="Text 90"/>
          <p:cNvSpPr/>
          <p:nvPr/>
        </p:nvSpPr>
        <p:spPr>
          <a:xfrm>
            <a:off x="11109960" y="237744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p.710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6492240" y="2564892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94" name="Text 92"/>
          <p:cNvSpPr/>
          <p:nvPr/>
        </p:nvSpPr>
        <p:spPr>
          <a:xfrm>
            <a:off x="6492240" y="25648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50" dirty="0"/>
          </a:p>
        </p:txBody>
      </p:sp>
      <p:sp>
        <p:nvSpPr>
          <p:cNvPr id="95" name="Text 93"/>
          <p:cNvSpPr/>
          <p:nvPr/>
        </p:nvSpPr>
        <p:spPr>
          <a:xfrm>
            <a:off x="6766560" y="254203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CBT 복원문제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11109960" y="254203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p.725</a:t>
            </a:r>
            <a:endParaRPr lang="en-US" sz="850" dirty="0"/>
          </a:p>
        </p:txBody>
      </p:sp>
      <p:sp>
        <p:nvSpPr>
          <p:cNvPr id="97" name="Shape 95"/>
          <p:cNvSpPr/>
          <p:nvPr/>
        </p:nvSpPr>
        <p:spPr>
          <a:xfrm>
            <a:off x="6492240" y="2729484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98" name="Text 96"/>
          <p:cNvSpPr/>
          <p:nvPr/>
        </p:nvSpPr>
        <p:spPr>
          <a:xfrm>
            <a:off x="6492240" y="27294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50" dirty="0"/>
          </a:p>
        </p:txBody>
      </p:sp>
      <p:sp>
        <p:nvSpPr>
          <p:cNvPr id="99" name="Text 97"/>
          <p:cNvSpPr/>
          <p:nvPr/>
        </p:nvSpPr>
        <p:spPr>
          <a:xfrm>
            <a:off x="6766560" y="270662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CBT 복원문제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11109960" y="270662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p.740</a:t>
            </a:r>
            <a:endParaRPr lang="en-US" sz="850" dirty="0"/>
          </a:p>
        </p:txBody>
      </p:sp>
      <p:sp>
        <p:nvSpPr>
          <p:cNvPr id="101" name="Shape 99"/>
          <p:cNvSpPr/>
          <p:nvPr/>
        </p:nvSpPr>
        <p:spPr>
          <a:xfrm>
            <a:off x="6492240" y="2894076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02" name="Text 100"/>
          <p:cNvSpPr/>
          <p:nvPr/>
        </p:nvSpPr>
        <p:spPr>
          <a:xfrm>
            <a:off x="6492240" y="289407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50" dirty="0"/>
          </a:p>
        </p:txBody>
      </p:sp>
      <p:sp>
        <p:nvSpPr>
          <p:cNvPr id="103" name="Text 101"/>
          <p:cNvSpPr/>
          <p:nvPr/>
        </p:nvSpPr>
        <p:spPr>
          <a:xfrm>
            <a:off x="6766560" y="287121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 CBT 복원문제</a:t>
            </a:r>
            <a:endParaRPr lang="en-US" sz="900" dirty="0"/>
          </a:p>
        </p:txBody>
      </p:sp>
      <p:sp>
        <p:nvSpPr>
          <p:cNvPr id="104" name="Text 102"/>
          <p:cNvSpPr/>
          <p:nvPr/>
        </p:nvSpPr>
        <p:spPr>
          <a:xfrm>
            <a:off x="11109960" y="287121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p.755</a:t>
            </a:r>
            <a:endParaRPr lang="en-US" sz="850" dirty="0"/>
          </a:p>
        </p:txBody>
      </p:sp>
      <p:sp>
        <p:nvSpPr>
          <p:cNvPr id="105" name="Shape 103"/>
          <p:cNvSpPr/>
          <p:nvPr/>
        </p:nvSpPr>
        <p:spPr>
          <a:xfrm>
            <a:off x="6355080" y="3063240"/>
            <a:ext cx="822960" cy="256032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106" name="Text 104"/>
          <p:cNvSpPr/>
          <p:nvPr/>
        </p:nvSpPr>
        <p:spPr>
          <a:xfrm>
            <a:off x="6355080" y="306324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2021</a:t>
            </a:r>
            <a:endParaRPr lang="en-US" sz="1100" dirty="0"/>
          </a:p>
        </p:txBody>
      </p:sp>
      <p:sp>
        <p:nvSpPr>
          <p:cNvPr id="107" name="Text 105"/>
          <p:cNvSpPr/>
          <p:nvPr/>
        </p:nvSpPr>
        <p:spPr>
          <a:xfrm>
            <a:off x="7269480" y="306324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복원문제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6355080" y="3328416"/>
            <a:ext cx="5349240" cy="0"/>
          </a:xfrm>
          <a:prstGeom prst="line">
            <a:avLst/>
          </a:prstGeom>
          <a:noFill/>
          <a:ln w="9525">
            <a:solidFill>
              <a:srgbClr val="F8BBD0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492240" y="336042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10" name="Text 108"/>
          <p:cNvSpPr/>
          <p:nvPr/>
        </p:nvSpPr>
        <p:spPr>
          <a:xfrm>
            <a:off x="6492240" y="336042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50" dirty="0"/>
          </a:p>
        </p:txBody>
      </p:sp>
      <p:sp>
        <p:nvSpPr>
          <p:cNvPr id="111" name="Text 109"/>
          <p:cNvSpPr/>
          <p:nvPr/>
        </p:nvSpPr>
        <p:spPr>
          <a:xfrm>
            <a:off x="6766560" y="33375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CBT 복원문제</a:t>
            </a:r>
            <a:endParaRPr lang="en-US" sz="900" dirty="0"/>
          </a:p>
        </p:txBody>
      </p:sp>
      <p:sp>
        <p:nvSpPr>
          <p:cNvPr id="112" name="Text 110"/>
          <p:cNvSpPr/>
          <p:nvPr/>
        </p:nvSpPr>
        <p:spPr>
          <a:xfrm>
            <a:off x="11109960" y="333756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p.770</a:t>
            </a:r>
            <a:endParaRPr lang="en-US" sz="850" dirty="0"/>
          </a:p>
        </p:txBody>
      </p:sp>
      <p:sp>
        <p:nvSpPr>
          <p:cNvPr id="113" name="Shape 111"/>
          <p:cNvSpPr/>
          <p:nvPr/>
        </p:nvSpPr>
        <p:spPr>
          <a:xfrm>
            <a:off x="6492240" y="3525012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14" name="Text 112"/>
          <p:cNvSpPr/>
          <p:nvPr/>
        </p:nvSpPr>
        <p:spPr>
          <a:xfrm>
            <a:off x="6492240" y="352501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50" dirty="0"/>
          </a:p>
        </p:txBody>
      </p:sp>
      <p:sp>
        <p:nvSpPr>
          <p:cNvPr id="115" name="Text 113"/>
          <p:cNvSpPr/>
          <p:nvPr/>
        </p:nvSpPr>
        <p:spPr>
          <a:xfrm>
            <a:off x="6766560" y="350215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CBT 복원문제</a:t>
            </a:r>
            <a:endParaRPr lang="en-US" sz="900" dirty="0"/>
          </a:p>
        </p:txBody>
      </p:sp>
      <p:sp>
        <p:nvSpPr>
          <p:cNvPr id="116" name="Text 114"/>
          <p:cNvSpPr/>
          <p:nvPr/>
        </p:nvSpPr>
        <p:spPr>
          <a:xfrm>
            <a:off x="11109960" y="350215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p.785</a:t>
            </a:r>
            <a:endParaRPr lang="en-US" sz="850" dirty="0"/>
          </a:p>
        </p:txBody>
      </p:sp>
      <p:sp>
        <p:nvSpPr>
          <p:cNvPr id="117" name="Shape 115"/>
          <p:cNvSpPr/>
          <p:nvPr/>
        </p:nvSpPr>
        <p:spPr>
          <a:xfrm>
            <a:off x="6492240" y="3689604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18" name="Text 116"/>
          <p:cNvSpPr/>
          <p:nvPr/>
        </p:nvSpPr>
        <p:spPr>
          <a:xfrm>
            <a:off x="6492240" y="368960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50" dirty="0"/>
          </a:p>
        </p:txBody>
      </p:sp>
      <p:sp>
        <p:nvSpPr>
          <p:cNvPr id="119" name="Text 117"/>
          <p:cNvSpPr/>
          <p:nvPr/>
        </p:nvSpPr>
        <p:spPr>
          <a:xfrm>
            <a:off x="6766560" y="366674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CBT 복원문제</a:t>
            </a:r>
            <a:endParaRPr lang="en-US" sz="900" dirty="0"/>
          </a:p>
        </p:txBody>
      </p:sp>
      <p:sp>
        <p:nvSpPr>
          <p:cNvPr id="120" name="Text 118"/>
          <p:cNvSpPr/>
          <p:nvPr/>
        </p:nvSpPr>
        <p:spPr>
          <a:xfrm>
            <a:off x="11109960" y="366674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p.800</a:t>
            </a:r>
            <a:endParaRPr lang="en-US" sz="850" dirty="0"/>
          </a:p>
        </p:txBody>
      </p:sp>
      <p:sp>
        <p:nvSpPr>
          <p:cNvPr id="121" name="Shape 119"/>
          <p:cNvSpPr/>
          <p:nvPr/>
        </p:nvSpPr>
        <p:spPr>
          <a:xfrm>
            <a:off x="6492240" y="3854196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22" name="Text 120"/>
          <p:cNvSpPr/>
          <p:nvPr/>
        </p:nvSpPr>
        <p:spPr>
          <a:xfrm>
            <a:off x="6492240" y="385419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50" dirty="0"/>
          </a:p>
        </p:txBody>
      </p:sp>
      <p:sp>
        <p:nvSpPr>
          <p:cNvPr id="123" name="Text 121"/>
          <p:cNvSpPr/>
          <p:nvPr/>
        </p:nvSpPr>
        <p:spPr>
          <a:xfrm>
            <a:off x="6766560" y="383133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 CBT 복원문제</a:t>
            </a:r>
            <a:endParaRPr lang="en-US" sz="900" dirty="0"/>
          </a:p>
        </p:txBody>
      </p:sp>
      <p:sp>
        <p:nvSpPr>
          <p:cNvPr id="124" name="Text 122"/>
          <p:cNvSpPr/>
          <p:nvPr/>
        </p:nvSpPr>
        <p:spPr>
          <a:xfrm>
            <a:off x="11109960" y="383133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p.815</a:t>
            </a:r>
            <a:endParaRPr lang="en-US" sz="850" dirty="0"/>
          </a:p>
        </p:txBody>
      </p:sp>
      <p:sp>
        <p:nvSpPr>
          <p:cNvPr id="125" name="Shape 123"/>
          <p:cNvSpPr/>
          <p:nvPr/>
        </p:nvSpPr>
        <p:spPr>
          <a:xfrm>
            <a:off x="6355080" y="4023360"/>
            <a:ext cx="822960" cy="256032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126" name="Text 124"/>
          <p:cNvSpPr/>
          <p:nvPr/>
        </p:nvSpPr>
        <p:spPr>
          <a:xfrm>
            <a:off x="6355080" y="4023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2020</a:t>
            </a:r>
            <a:endParaRPr lang="en-US" sz="1100" dirty="0"/>
          </a:p>
        </p:txBody>
      </p:sp>
      <p:sp>
        <p:nvSpPr>
          <p:cNvPr id="127" name="Text 125"/>
          <p:cNvSpPr/>
          <p:nvPr/>
        </p:nvSpPr>
        <p:spPr>
          <a:xfrm>
            <a:off x="7269480" y="402336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복원문제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6355080" y="4288536"/>
            <a:ext cx="5349240" cy="0"/>
          </a:xfrm>
          <a:prstGeom prst="line">
            <a:avLst/>
          </a:prstGeom>
          <a:noFill/>
          <a:ln w="9525">
            <a:solidFill>
              <a:srgbClr val="F8BBD0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6492240" y="432054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30" name="Text 128"/>
          <p:cNvSpPr/>
          <p:nvPr/>
        </p:nvSpPr>
        <p:spPr>
          <a:xfrm>
            <a:off x="6492240" y="432054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50" dirty="0"/>
          </a:p>
        </p:txBody>
      </p:sp>
      <p:sp>
        <p:nvSpPr>
          <p:cNvPr id="131" name="Text 129"/>
          <p:cNvSpPr/>
          <p:nvPr/>
        </p:nvSpPr>
        <p:spPr>
          <a:xfrm>
            <a:off x="6766560" y="429768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CBT 복원문제</a:t>
            </a:r>
            <a:endParaRPr lang="en-US" sz="900" dirty="0"/>
          </a:p>
        </p:txBody>
      </p:sp>
      <p:sp>
        <p:nvSpPr>
          <p:cNvPr id="132" name="Text 130"/>
          <p:cNvSpPr/>
          <p:nvPr/>
        </p:nvSpPr>
        <p:spPr>
          <a:xfrm>
            <a:off x="11109960" y="429768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p.830</a:t>
            </a:r>
            <a:endParaRPr lang="en-US" sz="850" dirty="0"/>
          </a:p>
        </p:txBody>
      </p:sp>
      <p:sp>
        <p:nvSpPr>
          <p:cNvPr id="133" name="Shape 131"/>
          <p:cNvSpPr/>
          <p:nvPr/>
        </p:nvSpPr>
        <p:spPr>
          <a:xfrm>
            <a:off x="6492240" y="4485132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34" name="Text 132"/>
          <p:cNvSpPr/>
          <p:nvPr/>
        </p:nvSpPr>
        <p:spPr>
          <a:xfrm>
            <a:off x="6492240" y="44851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50" dirty="0"/>
          </a:p>
        </p:txBody>
      </p:sp>
      <p:sp>
        <p:nvSpPr>
          <p:cNvPr id="135" name="Text 133"/>
          <p:cNvSpPr/>
          <p:nvPr/>
        </p:nvSpPr>
        <p:spPr>
          <a:xfrm>
            <a:off x="6766560" y="446227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CBT 복원문제</a:t>
            </a:r>
            <a:endParaRPr lang="en-US" sz="900" dirty="0"/>
          </a:p>
        </p:txBody>
      </p:sp>
      <p:sp>
        <p:nvSpPr>
          <p:cNvPr id="136" name="Text 134"/>
          <p:cNvSpPr/>
          <p:nvPr/>
        </p:nvSpPr>
        <p:spPr>
          <a:xfrm>
            <a:off x="11109960" y="446227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p.845</a:t>
            </a:r>
            <a:endParaRPr lang="en-US" sz="850" dirty="0"/>
          </a:p>
        </p:txBody>
      </p:sp>
      <p:sp>
        <p:nvSpPr>
          <p:cNvPr id="137" name="Shape 135"/>
          <p:cNvSpPr/>
          <p:nvPr/>
        </p:nvSpPr>
        <p:spPr>
          <a:xfrm>
            <a:off x="6492240" y="4649724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38" name="Text 136"/>
          <p:cNvSpPr/>
          <p:nvPr/>
        </p:nvSpPr>
        <p:spPr>
          <a:xfrm>
            <a:off x="6492240" y="464972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50" dirty="0"/>
          </a:p>
        </p:txBody>
      </p:sp>
      <p:sp>
        <p:nvSpPr>
          <p:cNvPr id="139" name="Text 137"/>
          <p:cNvSpPr/>
          <p:nvPr/>
        </p:nvSpPr>
        <p:spPr>
          <a:xfrm>
            <a:off x="6766560" y="462686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CBT 복원문제</a:t>
            </a:r>
            <a:endParaRPr lang="en-US" sz="900" dirty="0"/>
          </a:p>
        </p:txBody>
      </p:sp>
      <p:sp>
        <p:nvSpPr>
          <p:cNvPr id="140" name="Text 138"/>
          <p:cNvSpPr/>
          <p:nvPr/>
        </p:nvSpPr>
        <p:spPr>
          <a:xfrm>
            <a:off x="11109960" y="462686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p.860</a:t>
            </a:r>
            <a:endParaRPr lang="en-US" sz="850" dirty="0"/>
          </a:p>
        </p:txBody>
      </p:sp>
      <p:sp>
        <p:nvSpPr>
          <p:cNvPr id="141" name="Shape 139"/>
          <p:cNvSpPr/>
          <p:nvPr/>
        </p:nvSpPr>
        <p:spPr>
          <a:xfrm>
            <a:off x="6492240" y="4814316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42" name="Text 140"/>
          <p:cNvSpPr/>
          <p:nvPr/>
        </p:nvSpPr>
        <p:spPr>
          <a:xfrm>
            <a:off x="6492240" y="48143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50" dirty="0"/>
          </a:p>
        </p:txBody>
      </p:sp>
      <p:sp>
        <p:nvSpPr>
          <p:cNvPr id="143" name="Text 141"/>
          <p:cNvSpPr/>
          <p:nvPr/>
        </p:nvSpPr>
        <p:spPr>
          <a:xfrm>
            <a:off x="6766560" y="479145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 CBT 복원문제</a:t>
            </a:r>
            <a:endParaRPr lang="en-US" sz="900" dirty="0"/>
          </a:p>
        </p:txBody>
      </p:sp>
      <p:sp>
        <p:nvSpPr>
          <p:cNvPr id="144" name="Text 142"/>
          <p:cNvSpPr/>
          <p:nvPr/>
        </p:nvSpPr>
        <p:spPr>
          <a:xfrm>
            <a:off x="11109960" y="479145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p.875</a:t>
            </a:r>
            <a:endParaRPr lang="en-US" sz="850" dirty="0"/>
          </a:p>
        </p:txBody>
      </p:sp>
      <p:sp>
        <p:nvSpPr>
          <p:cNvPr id="145" name="Shape 143"/>
          <p:cNvSpPr/>
          <p:nvPr/>
        </p:nvSpPr>
        <p:spPr>
          <a:xfrm>
            <a:off x="6355080" y="4983480"/>
            <a:ext cx="822960" cy="256032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146" name="Text 144"/>
          <p:cNvSpPr/>
          <p:nvPr/>
        </p:nvSpPr>
        <p:spPr>
          <a:xfrm>
            <a:off x="6355080" y="498348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2019</a:t>
            </a:r>
            <a:endParaRPr lang="en-US" sz="1100" dirty="0"/>
          </a:p>
        </p:txBody>
      </p:sp>
      <p:sp>
        <p:nvSpPr>
          <p:cNvPr id="147" name="Text 145"/>
          <p:cNvSpPr/>
          <p:nvPr/>
        </p:nvSpPr>
        <p:spPr>
          <a:xfrm>
            <a:off x="7269480" y="4983480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CBT 복원문제</a:t>
            </a:r>
            <a:endParaRPr lang="en-US" sz="950" dirty="0"/>
          </a:p>
        </p:txBody>
      </p:sp>
      <p:sp>
        <p:nvSpPr>
          <p:cNvPr id="148" name="Shape 146"/>
          <p:cNvSpPr/>
          <p:nvPr/>
        </p:nvSpPr>
        <p:spPr>
          <a:xfrm>
            <a:off x="6355080" y="5248656"/>
            <a:ext cx="5349240" cy="0"/>
          </a:xfrm>
          <a:prstGeom prst="line">
            <a:avLst/>
          </a:prstGeom>
          <a:noFill/>
          <a:ln w="9525">
            <a:solidFill>
              <a:srgbClr val="F8BBD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6492240" y="5280660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50" name="Text 148"/>
          <p:cNvSpPr/>
          <p:nvPr/>
        </p:nvSpPr>
        <p:spPr>
          <a:xfrm>
            <a:off x="6492240" y="52806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650" dirty="0"/>
          </a:p>
        </p:txBody>
      </p:sp>
      <p:sp>
        <p:nvSpPr>
          <p:cNvPr id="151" name="Text 149"/>
          <p:cNvSpPr/>
          <p:nvPr/>
        </p:nvSpPr>
        <p:spPr>
          <a:xfrm>
            <a:off x="6766560" y="525780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CBT 복원문제</a:t>
            </a:r>
            <a:endParaRPr lang="en-US" sz="900" dirty="0"/>
          </a:p>
        </p:txBody>
      </p:sp>
      <p:sp>
        <p:nvSpPr>
          <p:cNvPr id="152" name="Text 150"/>
          <p:cNvSpPr/>
          <p:nvPr/>
        </p:nvSpPr>
        <p:spPr>
          <a:xfrm>
            <a:off x="11109960" y="5257800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p.890</a:t>
            </a:r>
            <a:endParaRPr lang="en-US" sz="850" dirty="0"/>
          </a:p>
        </p:txBody>
      </p:sp>
      <p:sp>
        <p:nvSpPr>
          <p:cNvPr id="153" name="Shape 151"/>
          <p:cNvSpPr/>
          <p:nvPr/>
        </p:nvSpPr>
        <p:spPr>
          <a:xfrm>
            <a:off x="6492240" y="5445252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54" name="Text 152"/>
          <p:cNvSpPr/>
          <p:nvPr/>
        </p:nvSpPr>
        <p:spPr>
          <a:xfrm>
            <a:off x="6492240" y="544525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650" dirty="0"/>
          </a:p>
        </p:txBody>
      </p:sp>
      <p:sp>
        <p:nvSpPr>
          <p:cNvPr id="155" name="Text 153"/>
          <p:cNvSpPr/>
          <p:nvPr/>
        </p:nvSpPr>
        <p:spPr>
          <a:xfrm>
            <a:off x="6766560" y="5422392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2회 CBT 복원문제</a:t>
            </a:r>
            <a:endParaRPr lang="en-US" sz="900" dirty="0"/>
          </a:p>
        </p:txBody>
      </p:sp>
      <p:sp>
        <p:nvSpPr>
          <p:cNvPr id="156" name="Text 154"/>
          <p:cNvSpPr/>
          <p:nvPr/>
        </p:nvSpPr>
        <p:spPr>
          <a:xfrm>
            <a:off x="11109960" y="5422392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p.905</a:t>
            </a:r>
            <a:endParaRPr lang="en-US" sz="850" dirty="0"/>
          </a:p>
        </p:txBody>
      </p:sp>
      <p:sp>
        <p:nvSpPr>
          <p:cNvPr id="157" name="Shape 155"/>
          <p:cNvSpPr/>
          <p:nvPr/>
        </p:nvSpPr>
        <p:spPr>
          <a:xfrm>
            <a:off x="6492240" y="5609844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58" name="Text 156"/>
          <p:cNvSpPr/>
          <p:nvPr/>
        </p:nvSpPr>
        <p:spPr>
          <a:xfrm>
            <a:off x="6492240" y="56098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</a:t>
            </a:r>
            <a:endParaRPr lang="en-US" sz="650" dirty="0"/>
          </a:p>
        </p:txBody>
      </p:sp>
      <p:sp>
        <p:nvSpPr>
          <p:cNvPr id="159" name="Text 157"/>
          <p:cNvSpPr/>
          <p:nvPr/>
        </p:nvSpPr>
        <p:spPr>
          <a:xfrm>
            <a:off x="6766560" y="5586984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3회 CBT 복원문제</a:t>
            </a:r>
            <a:endParaRPr lang="en-US" sz="900" dirty="0"/>
          </a:p>
        </p:txBody>
      </p:sp>
      <p:sp>
        <p:nvSpPr>
          <p:cNvPr id="160" name="Text 158"/>
          <p:cNvSpPr/>
          <p:nvPr/>
        </p:nvSpPr>
        <p:spPr>
          <a:xfrm>
            <a:off x="11109960" y="5586984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p.920</a:t>
            </a:r>
            <a:endParaRPr lang="en-US" sz="850" dirty="0"/>
          </a:p>
        </p:txBody>
      </p:sp>
      <p:sp>
        <p:nvSpPr>
          <p:cNvPr id="161" name="Shape 159"/>
          <p:cNvSpPr/>
          <p:nvPr/>
        </p:nvSpPr>
        <p:spPr>
          <a:xfrm>
            <a:off x="6492240" y="5774436"/>
            <a:ext cx="182880" cy="182880"/>
          </a:xfrm>
          <a:prstGeom prst="ellipse">
            <a:avLst/>
          </a:prstGeom>
          <a:solidFill>
            <a:srgbClr val="EC3B83"/>
          </a:solidFill>
          <a:ln/>
        </p:spPr>
      </p:sp>
      <p:sp>
        <p:nvSpPr>
          <p:cNvPr id="162" name="Text 160"/>
          <p:cNvSpPr/>
          <p:nvPr/>
        </p:nvSpPr>
        <p:spPr>
          <a:xfrm>
            <a:off x="6492240" y="57744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</a:t>
            </a:r>
            <a:endParaRPr lang="en-US" sz="650" dirty="0"/>
          </a:p>
        </p:txBody>
      </p:sp>
      <p:sp>
        <p:nvSpPr>
          <p:cNvPr id="163" name="Text 161"/>
          <p:cNvSpPr/>
          <p:nvPr/>
        </p:nvSpPr>
        <p:spPr>
          <a:xfrm>
            <a:off x="6766560" y="5751576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4회 CBT 복원문제</a:t>
            </a:r>
            <a:endParaRPr lang="en-US" sz="900" dirty="0"/>
          </a:p>
        </p:txBody>
      </p:sp>
      <p:sp>
        <p:nvSpPr>
          <p:cNvPr id="164" name="Text 162"/>
          <p:cNvSpPr/>
          <p:nvPr/>
        </p:nvSpPr>
        <p:spPr>
          <a:xfrm>
            <a:off x="11109960" y="5751576"/>
            <a:ext cx="59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p.935</a:t>
            </a:r>
            <a:endParaRPr lang="en-US" sz="850" dirty="0"/>
          </a:p>
        </p:txBody>
      </p:sp>
      <p:sp>
        <p:nvSpPr>
          <p:cNvPr id="165" name="Shape 163"/>
          <p:cNvSpPr/>
          <p:nvPr/>
        </p:nvSpPr>
        <p:spPr>
          <a:xfrm>
            <a:off x="6355080" y="5989320"/>
            <a:ext cx="5349240" cy="685800"/>
          </a:xfrm>
          <a:prstGeom prst="roundRect">
            <a:avLst>
              <a:gd name="adj" fmla="val 8000"/>
            </a:avLst>
          </a:prstGeom>
          <a:solidFill>
            <a:srgbClr val="FCE4EC"/>
          </a:solidFill>
          <a:ln w="12700">
            <a:solidFill>
              <a:srgbClr val="F8BBD0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464808" y="6080760"/>
            <a:ext cx="502920" cy="502920"/>
          </a:xfrm>
          <a:prstGeom prst="rect">
            <a:avLst/>
          </a:prstGeom>
          <a:solidFill>
            <a:srgbClr val="FFFFFF"/>
          </a:solidFill>
          <a:ln w="9525">
            <a:solidFill>
              <a:srgbClr val="2C2C2C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492240" y="6108192"/>
            <a:ext cx="118872" cy="11887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68" name="Shape 166"/>
          <p:cNvSpPr/>
          <p:nvPr/>
        </p:nvSpPr>
        <p:spPr>
          <a:xfrm>
            <a:off x="6519672" y="6135624"/>
            <a:ext cx="64008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9" name="Shape 167"/>
          <p:cNvSpPr/>
          <p:nvPr/>
        </p:nvSpPr>
        <p:spPr>
          <a:xfrm>
            <a:off x="6821424" y="6108192"/>
            <a:ext cx="118872" cy="11887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70" name="Shape 168"/>
          <p:cNvSpPr/>
          <p:nvPr/>
        </p:nvSpPr>
        <p:spPr>
          <a:xfrm>
            <a:off x="6848856" y="6135624"/>
            <a:ext cx="64008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1" name="Shape 169"/>
          <p:cNvSpPr/>
          <p:nvPr/>
        </p:nvSpPr>
        <p:spPr>
          <a:xfrm>
            <a:off x="6492240" y="6437376"/>
            <a:ext cx="118872" cy="118872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72" name="Shape 170"/>
          <p:cNvSpPr/>
          <p:nvPr/>
        </p:nvSpPr>
        <p:spPr>
          <a:xfrm>
            <a:off x="6519672" y="6464808"/>
            <a:ext cx="64008" cy="6400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3" name="Shape 171"/>
          <p:cNvSpPr/>
          <p:nvPr/>
        </p:nvSpPr>
        <p:spPr>
          <a:xfrm>
            <a:off x="6636258" y="6252210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74" name="Shape 172"/>
          <p:cNvSpPr/>
          <p:nvPr/>
        </p:nvSpPr>
        <p:spPr>
          <a:xfrm>
            <a:off x="6700266" y="6252210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75" name="Shape 173"/>
          <p:cNvSpPr/>
          <p:nvPr/>
        </p:nvSpPr>
        <p:spPr>
          <a:xfrm>
            <a:off x="6732270" y="6252210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76" name="Shape 174"/>
          <p:cNvSpPr/>
          <p:nvPr/>
        </p:nvSpPr>
        <p:spPr>
          <a:xfrm>
            <a:off x="6668262" y="6284214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77" name="Shape 175"/>
          <p:cNvSpPr/>
          <p:nvPr/>
        </p:nvSpPr>
        <p:spPr>
          <a:xfrm>
            <a:off x="6732270" y="6284214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78" name="Shape 176"/>
          <p:cNvSpPr/>
          <p:nvPr/>
        </p:nvSpPr>
        <p:spPr>
          <a:xfrm>
            <a:off x="6764274" y="6284214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79" name="Shape 177"/>
          <p:cNvSpPr/>
          <p:nvPr/>
        </p:nvSpPr>
        <p:spPr>
          <a:xfrm>
            <a:off x="6636258" y="6316218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0" name="Shape 178"/>
          <p:cNvSpPr/>
          <p:nvPr/>
        </p:nvSpPr>
        <p:spPr>
          <a:xfrm>
            <a:off x="6668262" y="6316218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1" name="Shape 179"/>
          <p:cNvSpPr/>
          <p:nvPr/>
        </p:nvSpPr>
        <p:spPr>
          <a:xfrm>
            <a:off x="6700266" y="6316218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2" name="Shape 180"/>
          <p:cNvSpPr/>
          <p:nvPr/>
        </p:nvSpPr>
        <p:spPr>
          <a:xfrm>
            <a:off x="6668262" y="6348222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3" name="Shape 181"/>
          <p:cNvSpPr/>
          <p:nvPr/>
        </p:nvSpPr>
        <p:spPr>
          <a:xfrm>
            <a:off x="6732270" y="6348222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4" name="Shape 182"/>
          <p:cNvSpPr/>
          <p:nvPr/>
        </p:nvSpPr>
        <p:spPr>
          <a:xfrm>
            <a:off x="6764274" y="6348222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5" name="Shape 183"/>
          <p:cNvSpPr/>
          <p:nvPr/>
        </p:nvSpPr>
        <p:spPr>
          <a:xfrm>
            <a:off x="6636258" y="6380226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6" name="Shape 184"/>
          <p:cNvSpPr/>
          <p:nvPr/>
        </p:nvSpPr>
        <p:spPr>
          <a:xfrm>
            <a:off x="6700266" y="6380226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7" name="Shape 185"/>
          <p:cNvSpPr/>
          <p:nvPr/>
        </p:nvSpPr>
        <p:spPr>
          <a:xfrm>
            <a:off x="6732270" y="6380226"/>
            <a:ext cx="32004" cy="32004"/>
          </a:xfrm>
          <a:prstGeom prst="rect">
            <a:avLst/>
          </a:prstGeom>
          <a:solidFill>
            <a:srgbClr val="2C2C2C"/>
          </a:solidFill>
          <a:ln/>
        </p:spPr>
      </p:sp>
      <p:sp>
        <p:nvSpPr>
          <p:cNvPr id="188" name="Shape 186"/>
          <p:cNvSpPr/>
          <p:nvPr/>
        </p:nvSpPr>
        <p:spPr>
          <a:xfrm>
            <a:off x="7104888" y="6062472"/>
            <a:ext cx="548640" cy="164592"/>
          </a:xfrm>
          <a:prstGeom prst="rect">
            <a:avLst/>
          </a:prstGeom>
          <a:solidFill>
            <a:srgbClr val="C81E6C"/>
          </a:solidFill>
          <a:ln/>
        </p:spPr>
      </p:sp>
      <p:sp>
        <p:nvSpPr>
          <p:cNvPr id="189" name="Text 187"/>
          <p:cNvSpPr/>
          <p:nvPr/>
        </p:nvSpPr>
        <p:spPr>
          <a:xfrm>
            <a:off x="7104888" y="6062472"/>
            <a:ext cx="548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NOTICE</a:t>
            </a:r>
            <a:endParaRPr lang="en-US" sz="700" dirty="0"/>
          </a:p>
        </p:txBody>
      </p:sp>
      <p:sp>
        <p:nvSpPr>
          <p:cNvPr id="190" name="Text 188"/>
          <p:cNvSpPr/>
          <p:nvPr/>
        </p:nvSpPr>
        <p:spPr>
          <a:xfrm>
            <a:off x="7104888" y="6245352"/>
            <a:ext cx="4489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C2C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2026년 3회·4회 시험은 시험 응시 후 복원하여 업로드 예정입니다.</a:t>
            </a:r>
            <a:endParaRPr lang="en-US" sz="850" dirty="0"/>
          </a:p>
        </p:txBody>
      </p:sp>
      <p:sp>
        <p:nvSpPr>
          <p:cNvPr id="191" name="Text 189"/>
          <p:cNvSpPr/>
          <p:nvPr/>
        </p:nvSpPr>
        <p:spPr>
          <a:xfrm>
            <a:off x="7104888" y="6428232"/>
            <a:ext cx="4489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C81E6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복원문제 업데이트 확인 → www.addto.co.kr</a:t>
            </a:r>
            <a:endParaRPr lang="en-US" sz="800" dirty="0"/>
          </a:p>
        </p:txBody>
      </p:sp>
      <p:sp>
        <p:nvSpPr>
          <p:cNvPr id="192" name="Shape 190"/>
          <p:cNvSpPr/>
          <p:nvPr/>
        </p:nvSpPr>
        <p:spPr>
          <a:xfrm>
            <a:off x="6080760" y="1508760"/>
            <a:ext cx="0" cy="5166360"/>
          </a:xfrm>
          <a:prstGeom prst="line">
            <a:avLst/>
          </a:prstGeom>
          <a:noFill/>
          <a:ln w="12700">
            <a:solidFill>
              <a:srgbClr val="F8BBD0"/>
            </a:solidFill>
            <a:prstDash val="dash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1677</Words>
  <Application>Microsoft Office PowerPoint</Application>
  <PresentationFormat>와이드스크린</PresentationFormat>
  <Paragraphs>518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Malgun Gothic</vt:lpstr>
      <vt:lpstr>Arial</vt:lpstr>
      <vt:lpstr>Arial Black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교재 소개 - 자격증 수험서</dc:title>
  <dc:subject>PptxGenJS Presentation</dc:subject>
  <dc:creator>PptxGenJS</dc:creator>
  <cp:lastModifiedBy>애드투 주식회사</cp:lastModifiedBy>
  <cp:revision>9</cp:revision>
  <dcterms:created xsi:type="dcterms:W3CDTF">2026-04-21T06:01:05Z</dcterms:created>
  <dcterms:modified xsi:type="dcterms:W3CDTF">2026-05-06T23:57:49Z</dcterms:modified>
</cp:coreProperties>
</file>